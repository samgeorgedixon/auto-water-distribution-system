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Lst>
  <p:sldSz cx="15119350" cy="1069181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38" userDrawn="1">
          <p15:clr>
            <a:srgbClr val="A4A3A4"/>
          </p15:clr>
        </p15:guide>
        <p15:guide id="2" pos="226" userDrawn="1">
          <p15:clr>
            <a:srgbClr val="A4A3A4"/>
          </p15:clr>
        </p15:guide>
        <p15:guide id="3" orient="horz" pos="6497" userDrawn="1">
          <p15:clr>
            <a:srgbClr val="A4A3A4"/>
          </p15:clr>
        </p15:guide>
        <p15:guide id="4" pos="9298"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9D1D9"/>
    <a:srgbClr val="FFFFC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6163" autoAdjust="0"/>
  </p:normalViewPr>
  <p:slideViewPr>
    <p:cSldViewPr snapToGrid="0">
      <p:cViewPr varScale="1">
        <p:scale>
          <a:sx n="70" d="100"/>
          <a:sy n="70" d="100"/>
        </p:scale>
        <p:origin x="1428" y="72"/>
      </p:cViewPr>
      <p:guideLst>
        <p:guide orient="horz" pos="238"/>
        <p:guide pos="226"/>
        <p:guide orient="horz" pos="6497"/>
        <p:guide pos="9298"/>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3"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33951" y="1749795"/>
            <a:ext cx="12851448" cy="3722335"/>
          </a:xfrm>
        </p:spPr>
        <p:txBody>
          <a:bodyPr anchor="b"/>
          <a:lstStyle>
            <a:lvl1pPr algn="ctr">
              <a:defRPr sz="9354"/>
            </a:lvl1pPr>
          </a:lstStyle>
          <a:p>
            <a:r>
              <a:rPr lang="en-US"/>
              <a:t>Click to edit Master title style</a:t>
            </a:r>
            <a:endParaRPr lang="en-US" dirty="0"/>
          </a:p>
        </p:txBody>
      </p:sp>
      <p:sp>
        <p:nvSpPr>
          <p:cNvPr id="3" name="Subtitle 2"/>
          <p:cNvSpPr>
            <a:spLocks noGrp="1"/>
          </p:cNvSpPr>
          <p:nvPr>
            <p:ph type="subTitle" idx="1"/>
          </p:nvPr>
        </p:nvSpPr>
        <p:spPr>
          <a:xfrm>
            <a:off x="1889919" y="5615678"/>
            <a:ext cx="11339513" cy="2581379"/>
          </a:xfrm>
        </p:spPr>
        <p:txBody>
          <a:bodyPr/>
          <a:lstStyle>
            <a:lvl1pPr marL="0" indent="0" algn="ctr">
              <a:buNone/>
              <a:defRPr sz="3742"/>
            </a:lvl1pPr>
            <a:lvl2pPr marL="712775" indent="0" algn="ctr">
              <a:buNone/>
              <a:defRPr sz="3118"/>
            </a:lvl2pPr>
            <a:lvl3pPr marL="1425550" indent="0" algn="ctr">
              <a:buNone/>
              <a:defRPr sz="2806"/>
            </a:lvl3pPr>
            <a:lvl4pPr marL="2138324" indent="0" algn="ctr">
              <a:buNone/>
              <a:defRPr sz="2494"/>
            </a:lvl4pPr>
            <a:lvl5pPr marL="2851099" indent="0" algn="ctr">
              <a:buNone/>
              <a:defRPr sz="2494"/>
            </a:lvl5pPr>
            <a:lvl6pPr marL="3563874" indent="0" algn="ctr">
              <a:buNone/>
              <a:defRPr sz="2494"/>
            </a:lvl6pPr>
            <a:lvl7pPr marL="4276649" indent="0" algn="ctr">
              <a:buNone/>
              <a:defRPr sz="2494"/>
            </a:lvl7pPr>
            <a:lvl8pPr marL="4989424" indent="0" algn="ctr">
              <a:buNone/>
              <a:defRPr sz="2494"/>
            </a:lvl8pPr>
            <a:lvl9pPr marL="5702198" indent="0" algn="ctr">
              <a:buNone/>
              <a:defRPr sz="2494"/>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C9EA1182-88C4-47C8-A7E1-E417A068045C}" type="datetimeFigureOut">
              <a:rPr lang="en-GB" smtClean="0"/>
              <a:t>23/11/2025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F449A0BF-0FEA-4337-9540-FC47AE8EBF52}" type="slidenum">
              <a:rPr lang="en-GB" smtClean="0"/>
              <a:t>‹#›</a:t>
            </a:fld>
            <a:endParaRPr lang="en-GB"/>
          </a:p>
        </p:txBody>
      </p:sp>
    </p:spTree>
    <p:extLst>
      <p:ext uri="{BB962C8B-B14F-4D97-AF65-F5344CB8AC3E}">
        <p14:creationId xmlns:p14="http://schemas.microsoft.com/office/powerpoint/2010/main" val="13660163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9EA1182-88C4-47C8-A7E1-E417A068045C}" type="datetimeFigureOut">
              <a:rPr lang="en-GB" smtClean="0"/>
              <a:t>23/11/2025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F449A0BF-0FEA-4337-9540-FC47AE8EBF52}" type="slidenum">
              <a:rPr lang="en-GB" smtClean="0"/>
              <a:t>‹#›</a:t>
            </a:fld>
            <a:endParaRPr lang="en-GB"/>
          </a:p>
        </p:txBody>
      </p:sp>
    </p:spTree>
    <p:extLst>
      <p:ext uri="{BB962C8B-B14F-4D97-AF65-F5344CB8AC3E}">
        <p14:creationId xmlns:p14="http://schemas.microsoft.com/office/powerpoint/2010/main" val="39747779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031582" y="2665532"/>
            <a:ext cx="13040439" cy="4447496"/>
          </a:xfrm>
        </p:spPr>
        <p:txBody>
          <a:bodyPr anchor="b"/>
          <a:lstStyle>
            <a:lvl1pPr>
              <a:defRPr sz="9354"/>
            </a:lvl1pPr>
          </a:lstStyle>
          <a:p>
            <a:r>
              <a:rPr lang="en-US"/>
              <a:t>Click to edit Master title style</a:t>
            </a:r>
            <a:endParaRPr lang="en-US" dirty="0"/>
          </a:p>
        </p:txBody>
      </p:sp>
      <p:sp>
        <p:nvSpPr>
          <p:cNvPr id="3" name="Text Placeholder 2"/>
          <p:cNvSpPr>
            <a:spLocks noGrp="1"/>
          </p:cNvSpPr>
          <p:nvPr>
            <p:ph type="body" idx="1"/>
          </p:nvPr>
        </p:nvSpPr>
        <p:spPr>
          <a:xfrm>
            <a:off x="1031582" y="7155103"/>
            <a:ext cx="13040439" cy="2338833"/>
          </a:xfrm>
        </p:spPr>
        <p:txBody>
          <a:bodyPr/>
          <a:lstStyle>
            <a:lvl1pPr marL="0" indent="0">
              <a:buNone/>
              <a:defRPr sz="3742">
                <a:solidFill>
                  <a:schemeClr val="tx1">
                    <a:tint val="82000"/>
                  </a:schemeClr>
                </a:solidFill>
              </a:defRPr>
            </a:lvl1pPr>
            <a:lvl2pPr marL="712775" indent="0">
              <a:buNone/>
              <a:defRPr sz="3118">
                <a:solidFill>
                  <a:schemeClr val="tx1">
                    <a:tint val="82000"/>
                  </a:schemeClr>
                </a:solidFill>
              </a:defRPr>
            </a:lvl2pPr>
            <a:lvl3pPr marL="1425550" indent="0">
              <a:buNone/>
              <a:defRPr sz="2806">
                <a:solidFill>
                  <a:schemeClr val="tx1">
                    <a:tint val="82000"/>
                  </a:schemeClr>
                </a:solidFill>
              </a:defRPr>
            </a:lvl3pPr>
            <a:lvl4pPr marL="2138324" indent="0">
              <a:buNone/>
              <a:defRPr sz="2494">
                <a:solidFill>
                  <a:schemeClr val="tx1">
                    <a:tint val="82000"/>
                  </a:schemeClr>
                </a:solidFill>
              </a:defRPr>
            </a:lvl4pPr>
            <a:lvl5pPr marL="2851099" indent="0">
              <a:buNone/>
              <a:defRPr sz="2494">
                <a:solidFill>
                  <a:schemeClr val="tx1">
                    <a:tint val="82000"/>
                  </a:schemeClr>
                </a:solidFill>
              </a:defRPr>
            </a:lvl5pPr>
            <a:lvl6pPr marL="3563874" indent="0">
              <a:buNone/>
              <a:defRPr sz="2494">
                <a:solidFill>
                  <a:schemeClr val="tx1">
                    <a:tint val="82000"/>
                  </a:schemeClr>
                </a:solidFill>
              </a:defRPr>
            </a:lvl6pPr>
            <a:lvl7pPr marL="4276649" indent="0">
              <a:buNone/>
              <a:defRPr sz="2494">
                <a:solidFill>
                  <a:schemeClr val="tx1">
                    <a:tint val="82000"/>
                  </a:schemeClr>
                </a:solidFill>
              </a:defRPr>
            </a:lvl7pPr>
            <a:lvl8pPr marL="4989424" indent="0">
              <a:buNone/>
              <a:defRPr sz="2494">
                <a:solidFill>
                  <a:schemeClr val="tx1">
                    <a:tint val="82000"/>
                  </a:schemeClr>
                </a:solidFill>
              </a:defRPr>
            </a:lvl8pPr>
            <a:lvl9pPr marL="5702198" indent="0">
              <a:buNone/>
              <a:defRPr sz="2494">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9EA1182-88C4-47C8-A7E1-E417A068045C}" type="datetimeFigureOut">
              <a:rPr lang="en-GB" smtClean="0"/>
              <a:t>23/11/2025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F449A0BF-0FEA-4337-9540-FC47AE8EBF52}" type="slidenum">
              <a:rPr lang="en-GB" smtClean="0"/>
              <a:t>‹#›</a:t>
            </a:fld>
            <a:endParaRPr lang="en-GB"/>
          </a:p>
        </p:txBody>
      </p:sp>
    </p:spTree>
    <p:extLst>
      <p:ext uri="{BB962C8B-B14F-4D97-AF65-F5344CB8AC3E}">
        <p14:creationId xmlns:p14="http://schemas.microsoft.com/office/powerpoint/2010/main" val="40306872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039455" y="2846200"/>
            <a:ext cx="6425724" cy="678385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7654171" y="2846200"/>
            <a:ext cx="6425724" cy="678385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C9EA1182-88C4-47C8-A7E1-E417A068045C}" type="datetimeFigureOut">
              <a:rPr lang="en-GB" smtClean="0"/>
              <a:t>23/11/2025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F449A0BF-0FEA-4337-9540-FC47AE8EBF52}" type="slidenum">
              <a:rPr lang="en-GB" smtClean="0"/>
              <a:t>‹#›</a:t>
            </a:fld>
            <a:endParaRPr lang="en-GB"/>
          </a:p>
        </p:txBody>
      </p:sp>
    </p:spTree>
    <p:extLst>
      <p:ext uri="{BB962C8B-B14F-4D97-AF65-F5344CB8AC3E}">
        <p14:creationId xmlns:p14="http://schemas.microsoft.com/office/powerpoint/2010/main" val="5871439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041425" y="569242"/>
            <a:ext cx="13040439" cy="2066590"/>
          </a:xfrm>
        </p:spPr>
        <p:txBody>
          <a:bodyPr/>
          <a:lstStyle/>
          <a:p>
            <a:r>
              <a:rPr lang="en-US"/>
              <a:t>Click to edit Master title style</a:t>
            </a:r>
            <a:endParaRPr lang="en-US" dirty="0"/>
          </a:p>
        </p:txBody>
      </p:sp>
      <p:sp>
        <p:nvSpPr>
          <p:cNvPr id="3" name="Text Placeholder 2"/>
          <p:cNvSpPr>
            <a:spLocks noGrp="1"/>
          </p:cNvSpPr>
          <p:nvPr>
            <p:ph type="body" idx="1"/>
          </p:nvPr>
        </p:nvSpPr>
        <p:spPr>
          <a:xfrm>
            <a:off x="1041426" y="2620980"/>
            <a:ext cx="6396193" cy="1284502"/>
          </a:xfrm>
        </p:spPr>
        <p:txBody>
          <a:bodyPr anchor="b"/>
          <a:lstStyle>
            <a:lvl1pPr marL="0" indent="0">
              <a:buNone/>
              <a:defRPr sz="3742" b="1"/>
            </a:lvl1pPr>
            <a:lvl2pPr marL="712775" indent="0">
              <a:buNone/>
              <a:defRPr sz="3118" b="1"/>
            </a:lvl2pPr>
            <a:lvl3pPr marL="1425550" indent="0">
              <a:buNone/>
              <a:defRPr sz="2806" b="1"/>
            </a:lvl3pPr>
            <a:lvl4pPr marL="2138324" indent="0">
              <a:buNone/>
              <a:defRPr sz="2494" b="1"/>
            </a:lvl4pPr>
            <a:lvl5pPr marL="2851099" indent="0">
              <a:buNone/>
              <a:defRPr sz="2494" b="1"/>
            </a:lvl5pPr>
            <a:lvl6pPr marL="3563874" indent="0">
              <a:buNone/>
              <a:defRPr sz="2494" b="1"/>
            </a:lvl6pPr>
            <a:lvl7pPr marL="4276649" indent="0">
              <a:buNone/>
              <a:defRPr sz="2494" b="1"/>
            </a:lvl7pPr>
            <a:lvl8pPr marL="4989424" indent="0">
              <a:buNone/>
              <a:defRPr sz="2494" b="1"/>
            </a:lvl8pPr>
            <a:lvl9pPr marL="5702198" indent="0">
              <a:buNone/>
              <a:defRPr sz="2494" b="1"/>
            </a:lvl9pPr>
          </a:lstStyle>
          <a:p>
            <a:pPr lvl="0"/>
            <a:r>
              <a:rPr lang="en-US"/>
              <a:t>Click to edit Master text styles</a:t>
            </a:r>
          </a:p>
        </p:txBody>
      </p:sp>
      <p:sp>
        <p:nvSpPr>
          <p:cNvPr id="4" name="Content Placeholder 3"/>
          <p:cNvSpPr>
            <a:spLocks noGrp="1"/>
          </p:cNvSpPr>
          <p:nvPr>
            <p:ph sz="half" idx="2"/>
          </p:nvPr>
        </p:nvSpPr>
        <p:spPr>
          <a:xfrm>
            <a:off x="1041426" y="3905482"/>
            <a:ext cx="6396193" cy="57443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7654172" y="2620980"/>
            <a:ext cx="6427693" cy="1284502"/>
          </a:xfrm>
        </p:spPr>
        <p:txBody>
          <a:bodyPr anchor="b"/>
          <a:lstStyle>
            <a:lvl1pPr marL="0" indent="0">
              <a:buNone/>
              <a:defRPr sz="3742" b="1"/>
            </a:lvl1pPr>
            <a:lvl2pPr marL="712775" indent="0">
              <a:buNone/>
              <a:defRPr sz="3118" b="1"/>
            </a:lvl2pPr>
            <a:lvl3pPr marL="1425550" indent="0">
              <a:buNone/>
              <a:defRPr sz="2806" b="1"/>
            </a:lvl3pPr>
            <a:lvl4pPr marL="2138324" indent="0">
              <a:buNone/>
              <a:defRPr sz="2494" b="1"/>
            </a:lvl4pPr>
            <a:lvl5pPr marL="2851099" indent="0">
              <a:buNone/>
              <a:defRPr sz="2494" b="1"/>
            </a:lvl5pPr>
            <a:lvl6pPr marL="3563874" indent="0">
              <a:buNone/>
              <a:defRPr sz="2494" b="1"/>
            </a:lvl6pPr>
            <a:lvl7pPr marL="4276649" indent="0">
              <a:buNone/>
              <a:defRPr sz="2494" b="1"/>
            </a:lvl7pPr>
            <a:lvl8pPr marL="4989424" indent="0">
              <a:buNone/>
              <a:defRPr sz="2494" b="1"/>
            </a:lvl8pPr>
            <a:lvl9pPr marL="5702198" indent="0">
              <a:buNone/>
              <a:defRPr sz="2494" b="1"/>
            </a:lvl9pPr>
          </a:lstStyle>
          <a:p>
            <a:pPr lvl="0"/>
            <a:r>
              <a:rPr lang="en-US"/>
              <a:t>Click to edit Master text styles</a:t>
            </a:r>
          </a:p>
        </p:txBody>
      </p:sp>
      <p:sp>
        <p:nvSpPr>
          <p:cNvPr id="6" name="Content Placeholder 5"/>
          <p:cNvSpPr>
            <a:spLocks noGrp="1"/>
          </p:cNvSpPr>
          <p:nvPr>
            <p:ph sz="quarter" idx="4"/>
          </p:nvPr>
        </p:nvSpPr>
        <p:spPr>
          <a:xfrm>
            <a:off x="7654172" y="3905482"/>
            <a:ext cx="6427693" cy="57443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C9EA1182-88C4-47C8-A7E1-E417A068045C}" type="datetimeFigureOut">
              <a:rPr lang="en-GB" smtClean="0"/>
              <a:t>23/11/2025</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F449A0BF-0FEA-4337-9540-FC47AE8EBF52}" type="slidenum">
              <a:rPr lang="en-GB" smtClean="0"/>
              <a:t>‹#›</a:t>
            </a:fld>
            <a:endParaRPr lang="en-GB"/>
          </a:p>
        </p:txBody>
      </p:sp>
    </p:spTree>
    <p:extLst>
      <p:ext uri="{BB962C8B-B14F-4D97-AF65-F5344CB8AC3E}">
        <p14:creationId xmlns:p14="http://schemas.microsoft.com/office/powerpoint/2010/main" val="852084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C9EA1182-88C4-47C8-A7E1-E417A068045C}" type="datetimeFigureOut">
              <a:rPr lang="en-GB" smtClean="0"/>
              <a:t>23/11/2025</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F449A0BF-0FEA-4337-9540-FC47AE8EBF52}" type="slidenum">
              <a:rPr lang="en-GB" smtClean="0"/>
              <a:t>‹#›</a:t>
            </a:fld>
            <a:endParaRPr lang="en-GB"/>
          </a:p>
        </p:txBody>
      </p:sp>
    </p:spTree>
    <p:extLst>
      <p:ext uri="{BB962C8B-B14F-4D97-AF65-F5344CB8AC3E}">
        <p14:creationId xmlns:p14="http://schemas.microsoft.com/office/powerpoint/2010/main" val="21250354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9EA1182-88C4-47C8-A7E1-E417A068045C}" type="datetimeFigureOut">
              <a:rPr lang="en-GB" smtClean="0"/>
              <a:t>23/11/2025</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F449A0BF-0FEA-4337-9540-FC47AE8EBF52}" type="slidenum">
              <a:rPr lang="en-GB" smtClean="0"/>
              <a:t>‹#›</a:t>
            </a:fld>
            <a:endParaRPr lang="en-GB"/>
          </a:p>
        </p:txBody>
      </p:sp>
    </p:spTree>
    <p:extLst>
      <p:ext uri="{BB962C8B-B14F-4D97-AF65-F5344CB8AC3E}">
        <p14:creationId xmlns:p14="http://schemas.microsoft.com/office/powerpoint/2010/main" val="302232159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041425" y="712788"/>
            <a:ext cx="4876384" cy="2494756"/>
          </a:xfrm>
        </p:spPr>
        <p:txBody>
          <a:bodyPr anchor="b"/>
          <a:lstStyle>
            <a:lvl1pPr>
              <a:defRPr sz="4989"/>
            </a:lvl1pPr>
          </a:lstStyle>
          <a:p>
            <a:r>
              <a:rPr lang="en-US"/>
              <a:t>Click to edit Master title style</a:t>
            </a:r>
            <a:endParaRPr lang="en-US" dirty="0"/>
          </a:p>
        </p:txBody>
      </p:sp>
      <p:sp>
        <p:nvSpPr>
          <p:cNvPr id="3" name="Content Placeholder 2"/>
          <p:cNvSpPr>
            <a:spLocks noGrp="1"/>
          </p:cNvSpPr>
          <p:nvPr>
            <p:ph idx="1"/>
          </p:nvPr>
        </p:nvSpPr>
        <p:spPr>
          <a:xfrm>
            <a:off x="6427693" y="1539425"/>
            <a:ext cx="7654171" cy="7598117"/>
          </a:xfrm>
        </p:spPr>
        <p:txBody>
          <a:bodyPr/>
          <a:lstStyle>
            <a:lvl1pPr>
              <a:defRPr sz="4989"/>
            </a:lvl1pPr>
            <a:lvl2pPr>
              <a:defRPr sz="4365"/>
            </a:lvl2pPr>
            <a:lvl3pPr>
              <a:defRPr sz="3742"/>
            </a:lvl3pPr>
            <a:lvl4pPr>
              <a:defRPr sz="3118"/>
            </a:lvl4pPr>
            <a:lvl5pPr>
              <a:defRPr sz="3118"/>
            </a:lvl5pPr>
            <a:lvl6pPr>
              <a:defRPr sz="3118"/>
            </a:lvl6pPr>
            <a:lvl7pPr>
              <a:defRPr sz="3118"/>
            </a:lvl7pPr>
            <a:lvl8pPr>
              <a:defRPr sz="3118"/>
            </a:lvl8pPr>
            <a:lvl9pPr>
              <a:defRPr sz="3118"/>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041425" y="3207544"/>
            <a:ext cx="4876384" cy="5942372"/>
          </a:xfrm>
        </p:spPr>
        <p:txBody>
          <a:bodyPr/>
          <a:lstStyle>
            <a:lvl1pPr marL="0" indent="0">
              <a:buNone/>
              <a:defRPr sz="2494"/>
            </a:lvl1pPr>
            <a:lvl2pPr marL="712775" indent="0">
              <a:buNone/>
              <a:defRPr sz="2183"/>
            </a:lvl2pPr>
            <a:lvl3pPr marL="1425550" indent="0">
              <a:buNone/>
              <a:defRPr sz="1871"/>
            </a:lvl3pPr>
            <a:lvl4pPr marL="2138324" indent="0">
              <a:buNone/>
              <a:defRPr sz="1559"/>
            </a:lvl4pPr>
            <a:lvl5pPr marL="2851099" indent="0">
              <a:buNone/>
              <a:defRPr sz="1559"/>
            </a:lvl5pPr>
            <a:lvl6pPr marL="3563874" indent="0">
              <a:buNone/>
              <a:defRPr sz="1559"/>
            </a:lvl6pPr>
            <a:lvl7pPr marL="4276649" indent="0">
              <a:buNone/>
              <a:defRPr sz="1559"/>
            </a:lvl7pPr>
            <a:lvl8pPr marL="4989424" indent="0">
              <a:buNone/>
              <a:defRPr sz="1559"/>
            </a:lvl8pPr>
            <a:lvl9pPr marL="5702198" indent="0">
              <a:buNone/>
              <a:defRPr sz="1559"/>
            </a:lvl9pPr>
          </a:lstStyle>
          <a:p>
            <a:pPr lvl="0"/>
            <a:r>
              <a:rPr lang="en-US"/>
              <a:t>Click to edit Master text styles</a:t>
            </a:r>
          </a:p>
        </p:txBody>
      </p:sp>
      <p:sp>
        <p:nvSpPr>
          <p:cNvPr id="5" name="Date Placeholder 4"/>
          <p:cNvSpPr>
            <a:spLocks noGrp="1"/>
          </p:cNvSpPr>
          <p:nvPr>
            <p:ph type="dt" sz="half" idx="10"/>
          </p:nvPr>
        </p:nvSpPr>
        <p:spPr/>
        <p:txBody>
          <a:bodyPr/>
          <a:lstStyle/>
          <a:p>
            <a:fld id="{C9EA1182-88C4-47C8-A7E1-E417A068045C}" type="datetimeFigureOut">
              <a:rPr lang="en-GB" smtClean="0"/>
              <a:t>23/11/2025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F449A0BF-0FEA-4337-9540-FC47AE8EBF52}" type="slidenum">
              <a:rPr lang="en-GB" smtClean="0"/>
              <a:t>‹#›</a:t>
            </a:fld>
            <a:endParaRPr lang="en-GB"/>
          </a:p>
        </p:txBody>
      </p:sp>
    </p:spTree>
    <p:extLst>
      <p:ext uri="{BB962C8B-B14F-4D97-AF65-F5344CB8AC3E}">
        <p14:creationId xmlns:p14="http://schemas.microsoft.com/office/powerpoint/2010/main" val="28511149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041425" y="712788"/>
            <a:ext cx="4876384" cy="2494756"/>
          </a:xfrm>
        </p:spPr>
        <p:txBody>
          <a:bodyPr anchor="b"/>
          <a:lstStyle>
            <a:lvl1pPr>
              <a:defRPr sz="4989"/>
            </a:lvl1pPr>
          </a:lstStyle>
          <a:p>
            <a:r>
              <a:rPr lang="en-US"/>
              <a:t>Click to edit Master title style</a:t>
            </a:r>
            <a:endParaRPr lang="en-US" dirty="0"/>
          </a:p>
        </p:txBody>
      </p:sp>
      <p:sp>
        <p:nvSpPr>
          <p:cNvPr id="3" name="Picture Placeholder 2"/>
          <p:cNvSpPr>
            <a:spLocks noGrp="1" noChangeAspect="1"/>
          </p:cNvSpPr>
          <p:nvPr>
            <p:ph type="pic" idx="1"/>
          </p:nvPr>
        </p:nvSpPr>
        <p:spPr>
          <a:xfrm>
            <a:off x="6427693" y="1539425"/>
            <a:ext cx="7654171" cy="7598117"/>
          </a:xfrm>
        </p:spPr>
        <p:txBody>
          <a:bodyPr anchor="t"/>
          <a:lstStyle>
            <a:lvl1pPr marL="0" indent="0">
              <a:buNone/>
              <a:defRPr sz="4989"/>
            </a:lvl1pPr>
            <a:lvl2pPr marL="712775" indent="0">
              <a:buNone/>
              <a:defRPr sz="4365"/>
            </a:lvl2pPr>
            <a:lvl3pPr marL="1425550" indent="0">
              <a:buNone/>
              <a:defRPr sz="3742"/>
            </a:lvl3pPr>
            <a:lvl4pPr marL="2138324" indent="0">
              <a:buNone/>
              <a:defRPr sz="3118"/>
            </a:lvl4pPr>
            <a:lvl5pPr marL="2851099" indent="0">
              <a:buNone/>
              <a:defRPr sz="3118"/>
            </a:lvl5pPr>
            <a:lvl6pPr marL="3563874" indent="0">
              <a:buNone/>
              <a:defRPr sz="3118"/>
            </a:lvl6pPr>
            <a:lvl7pPr marL="4276649" indent="0">
              <a:buNone/>
              <a:defRPr sz="3118"/>
            </a:lvl7pPr>
            <a:lvl8pPr marL="4989424" indent="0">
              <a:buNone/>
              <a:defRPr sz="3118"/>
            </a:lvl8pPr>
            <a:lvl9pPr marL="5702198" indent="0">
              <a:buNone/>
              <a:defRPr sz="3118"/>
            </a:lvl9pPr>
          </a:lstStyle>
          <a:p>
            <a:r>
              <a:rPr lang="en-US"/>
              <a:t>Click icon to add picture</a:t>
            </a:r>
            <a:endParaRPr lang="en-US" dirty="0"/>
          </a:p>
        </p:txBody>
      </p:sp>
      <p:sp>
        <p:nvSpPr>
          <p:cNvPr id="4" name="Text Placeholder 3"/>
          <p:cNvSpPr>
            <a:spLocks noGrp="1"/>
          </p:cNvSpPr>
          <p:nvPr>
            <p:ph type="body" sz="half" idx="2"/>
          </p:nvPr>
        </p:nvSpPr>
        <p:spPr>
          <a:xfrm>
            <a:off x="1041425" y="3207544"/>
            <a:ext cx="4876384" cy="5942372"/>
          </a:xfrm>
        </p:spPr>
        <p:txBody>
          <a:bodyPr/>
          <a:lstStyle>
            <a:lvl1pPr marL="0" indent="0">
              <a:buNone/>
              <a:defRPr sz="2494"/>
            </a:lvl1pPr>
            <a:lvl2pPr marL="712775" indent="0">
              <a:buNone/>
              <a:defRPr sz="2183"/>
            </a:lvl2pPr>
            <a:lvl3pPr marL="1425550" indent="0">
              <a:buNone/>
              <a:defRPr sz="1871"/>
            </a:lvl3pPr>
            <a:lvl4pPr marL="2138324" indent="0">
              <a:buNone/>
              <a:defRPr sz="1559"/>
            </a:lvl4pPr>
            <a:lvl5pPr marL="2851099" indent="0">
              <a:buNone/>
              <a:defRPr sz="1559"/>
            </a:lvl5pPr>
            <a:lvl6pPr marL="3563874" indent="0">
              <a:buNone/>
              <a:defRPr sz="1559"/>
            </a:lvl6pPr>
            <a:lvl7pPr marL="4276649" indent="0">
              <a:buNone/>
              <a:defRPr sz="1559"/>
            </a:lvl7pPr>
            <a:lvl8pPr marL="4989424" indent="0">
              <a:buNone/>
              <a:defRPr sz="1559"/>
            </a:lvl8pPr>
            <a:lvl9pPr marL="5702198" indent="0">
              <a:buNone/>
              <a:defRPr sz="1559"/>
            </a:lvl9pPr>
          </a:lstStyle>
          <a:p>
            <a:pPr lvl="0"/>
            <a:r>
              <a:rPr lang="en-US"/>
              <a:t>Click to edit Master text styles</a:t>
            </a:r>
          </a:p>
        </p:txBody>
      </p:sp>
      <p:sp>
        <p:nvSpPr>
          <p:cNvPr id="5" name="Date Placeholder 4"/>
          <p:cNvSpPr>
            <a:spLocks noGrp="1"/>
          </p:cNvSpPr>
          <p:nvPr>
            <p:ph type="dt" sz="half" idx="10"/>
          </p:nvPr>
        </p:nvSpPr>
        <p:spPr/>
        <p:txBody>
          <a:bodyPr/>
          <a:lstStyle/>
          <a:p>
            <a:fld id="{C9EA1182-88C4-47C8-A7E1-E417A068045C}" type="datetimeFigureOut">
              <a:rPr lang="en-GB" smtClean="0"/>
              <a:t>23/11/2025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F449A0BF-0FEA-4337-9540-FC47AE8EBF52}" type="slidenum">
              <a:rPr lang="en-GB" smtClean="0"/>
              <a:t>‹#›</a:t>
            </a:fld>
            <a:endParaRPr lang="en-GB"/>
          </a:p>
        </p:txBody>
      </p:sp>
    </p:spTree>
    <p:extLst>
      <p:ext uri="{BB962C8B-B14F-4D97-AF65-F5344CB8AC3E}">
        <p14:creationId xmlns:p14="http://schemas.microsoft.com/office/powerpoint/2010/main" val="312106926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9EA1182-88C4-47C8-A7E1-E417A068045C}" type="datetimeFigureOut">
              <a:rPr lang="en-GB" smtClean="0"/>
              <a:t>23/11/2025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F449A0BF-0FEA-4337-9540-FC47AE8EBF52}" type="slidenum">
              <a:rPr lang="en-GB" smtClean="0"/>
              <a:t>‹#›</a:t>
            </a:fld>
            <a:endParaRPr lang="en-GB"/>
          </a:p>
        </p:txBody>
      </p:sp>
    </p:spTree>
    <p:extLst>
      <p:ext uri="{BB962C8B-B14F-4D97-AF65-F5344CB8AC3E}">
        <p14:creationId xmlns:p14="http://schemas.microsoft.com/office/powerpoint/2010/main" val="220263242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0819786" y="569240"/>
            <a:ext cx="3260110" cy="9060817"/>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039456" y="569240"/>
            <a:ext cx="9591338" cy="90608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9EA1182-88C4-47C8-A7E1-E417A068045C}" type="datetimeFigureOut">
              <a:rPr lang="en-GB" smtClean="0"/>
              <a:t>23/11/2025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F449A0BF-0FEA-4337-9540-FC47AE8EBF52}" type="slidenum">
              <a:rPr lang="en-GB" smtClean="0"/>
              <a:t>‹#›</a:t>
            </a:fld>
            <a:endParaRPr lang="en-GB"/>
          </a:p>
        </p:txBody>
      </p:sp>
    </p:spTree>
    <p:extLst>
      <p:ext uri="{BB962C8B-B14F-4D97-AF65-F5344CB8AC3E}">
        <p14:creationId xmlns:p14="http://schemas.microsoft.com/office/powerpoint/2010/main" val="27642905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39456" y="569242"/>
            <a:ext cx="13040439" cy="2066590"/>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039456" y="2846200"/>
            <a:ext cx="13040439" cy="678385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39455" y="9909729"/>
            <a:ext cx="3401854" cy="569240"/>
          </a:xfrm>
          <a:prstGeom prst="rect">
            <a:avLst/>
          </a:prstGeom>
        </p:spPr>
        <p:txBody>
          <a:bodyPr vert="horz" lIns="91440" tIns="45720" rIns="91440" bIns="45720" rtlCol="0" anchor="ctr"/>
          <a:lstStyle>
            <a:lvl1pPr algn="l">
              <a:defRPr sz="1871">
                <a:solidFill>
                  <a:schemeClr val="tx1">
                    <a:tint val="82000"/>
                  </a:schemeClr>
                </a:solidFill>
              </a:defRPr>
            </a:lvl1pPr>
          </a:lstStyle>
          <a:p>
            <a:fld id="{C9EA1182-88C4-47C8-A7E1-E417A068045C}" type="datetimeFigureOut">
              <a:rPr lang="en-GB" smtClean="0"/>
              <a:t>23/11/2025</a:t>
            </a:fld>
            <a:endParaRPr lang="en-GB"/>
          </a:p>
        </p:txBody>
      </p:sp>
      <p:sp>
        <p:nvSpPr>
          <p:cNvPr id="5" name="Footer Placeholder 4"/>
          <p:cNvSpPr>
            <a:spLocks noGrp="1"/>
          </p:cNvSpPr>
          <p:nvPr>
            <p:ph type="ftr" sz="quarter" idx="3"/>
          </p:nvPr>
        </p:nvSpPr>
        <p:spPr>
          <a:xfrm>
            <a:off x="5008285" y="9909729"/>
            <a:ext cx="5102781" cy="569240"/>
          </a:xfrm>
          <a:prstGeom prst="rect">
            <a:avLst/>
          </a:prstGeom>
        </p:spPr>
        <p:txBody>
          <a:bodyPr vert="horz" lIns="91440" tIns="45720" rIns="91440" bIns="45720" rtlCol="0" anchor="ctr"/>
          <a:lstStyle>
            <a:lvl1pPr algn="ctr">
              <a:defRPr sz="1871">
                <a:solidFill>
                  <a:schemeClr val="tx1">
                    <a:tint val="82000"/>
                  </a:schemeClr>
                </a:solidFill>
              </a:defRPr>
            </a:lvl1pPr>
          </a:lstStyle>
          <a:p>
            <a:endParaRPr lang="en-GB"/>
          </a:p>
        </p:txBody>
      </p:sp>
      <p:sp>
        <p:nvSpPr>
          <p:cNvPr id="6" name="Slide Number Placeholder 5"/>
          <p:cNvSpPr>
            <a:spLocks noGrp="1"/>
          </p:cNvSpPr>
          <p:nvPr>
            <p:ph type="sldNum" sz="quarter" idx="4"/>
          </p:nvPr>
        </p:nvSpPr>
        <p:spPr>
          <a:xfrm>
            <a:off x="10678041" y="9909729"/>
            <a:ext cx="3401854" cy="569240"/>
          </a:xfrm>
          <a:prstGeom prst="rect">
            <a:avLst/>
          </a:prstGeom>
        </p:spPr>
        <p:txBody>
          <a:bodyPr vert="horz" lIns="91440" tIns="45720" rIns="91440" bIns="45720" rtlCol="0" anchor="ctr"/>
          <a:lstStyle>
            <a:lvl1pPr algn="r">
              <a:defRPr sz="1871">
                <a:solidFill>
                  <a:schemeClr val="tx1">
                    <a:tint val="82000"/>
                  </a:schemeClr>
                </a:solidFill>
              </a:defRPr>
            </a:lvl1pPr>
          </a:lstStyle>
          <a:p>
            <a:fld id="{F449A0BF-0FEA-4337-9540-FC47AE8EBF52}" type="slidenum">
              <a:rPr lang="en-GB" smtClean="0"/>
              <a:t>‹#›</a:t>
            </a:fld>
            <a:endParaRPr lang="en-GB"/>
          </a:p>
        </p:txBody>
      </p:sp>
    </p:spTree>
    <p:extLst>
      <p:ext uri="{BB962C8B-B14F-4D97-AF65-F5344CB8AC3E}">
        <p14:creationId xmlns:p14="http://schemas.microsoft.com/office/powerpoint/2010/main" val="403314935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1425550" rtl="0" eaLnBrk="1" latinLnBrk="0" hangingPunct="1">
        <a:lnSpc>
          <a:spcPct val="90000"/>
        </a:lnSpc>
        <a:spcBef>
          <a:spcPct val="0"/>
        </a:spcBef>
        <a:buNone/>
        <a:defRPr sz="6860" kern="1200">
          <a:solidFill>
            <a:schemeClr val="tx1"/>
          </a:solidFill>
          <a:latin typeface="+mj-lt"/>
          <a:ea typeface="+mj-ea"/>
          <a:cs typeface="+mj-cs"/>
        </a:defRPr>
      </a:lvl1pPr>
    </p:titleStyle>
    <p:bodyStyle>
      <a:lvl1pPr marL="356387" indent="-356387" algn="l" defTabSz="1425550" rtl="0" eaLnBrk="1" latinLnBrk="0" hangingPunct="1">
        <a:lnSpc>
          <a:spcPct val="90000"/>
        </a:lnSpc>
        <a:spcBef>
          <a:spcPts val="1559"/>
        </a:spcBef>
        <a:buFont typeface="Arial" panose="020B0604020202020204" pitchFamily="34" charset="0"/>
        <a:buChar char="•"/>
        <a:defRPr sz="4365" kern="1200">
          <a:solidFill>
            <a:schemeClr val="tx1"/>
          </a:solidFill>
          <a:latin typeface="+mn-lt"/>
          <a:ea typeface="+mn-ea"/>
          <a:cs typeface="+mn-cs"/>
        </a:defRPr>
      </a:lvl1pPr>
      <a:lvl2pPr marL="1069162" indent="-356387" algn="l" defTabSz="1425550" rtl="0" eaLnBrk="1" latinLnBrk="0" hangingPunct="1">
        <a:lnSpc>
          <a:spcPct val="90000"/>
        </a:lnSpc>
        <a:spcBef>
          <a:spcPts val="780"/>
        </a:spcBef>
        <a:buFont typeface="Arial" panose="020B0604020202020204" pitchFamily="34" charset="0"/>
        <a:buChar char="•"/>
        <a:defRPr sz="3742" kern="1200">
          <a:solidFill>
            <a:schemeClr val="tx1"/>
          </a:solidFill>
          <a:latin typeface="+mn-lt"/>
          <a:ea typeface="+mn-ea"/>
          <a:cs typeface="+mn-cs"/>
        </a:defRPr>
      </a:lvl2pPr>
      <a:lvl3pPr marL="1781937" indent="-356387" algn="l" defTabSz="1425550" rtl="0" eaLnBrk="1" latinLnBrk="0" hangingPunct="1">
        <a:lnSpc>
          <a:spcPct val="90000"/>
        </a:lnSpc>
        <a:spcBef>
          <a:spcPts val="780"/>
        </a:spcBef>
        <a:buFont typeface="Arial" panose="020B0604020202020204" pitchFamily="34" charset="0"/>
        <a:buChar char="•"/>
        <a:defRPr sz="3118" kern="1200">
          <a:solidFill>
            <a:schemeClr val="tx1"/>
          </a:solidFill>
          <a:latin typeface="+mn-lt"/>
          <a:ea typeface="+mn-ea"/>
          <a:cs typeface="+mn-cs"/>
        </a:defRPr>
      </a:lvl3pPr>
      <a:lvl4pPr marL="2494712" indent="-356387" algn="l" defTabSz="1425550" rtl="0" eaLnBrk="1" latinLnBrk="0" hangingPunct="1">
        <a:lnSpc>
          <a:spcPct val="90000"/>
        </a:lnSpc>
        <a:spcBef>
          <a:spcPts val="780"/>
        </a:spcBef>
        <a:buFont typeface="Arial" panose="020B0604020202020204" pitchFamily="34" charset="0"/>
        <a:buChar char="•"/>
        <a:defRPr sz="2806" kern="1200">
          <a:solidFill>
            <a:schemeClr val="tx1"/>
          </a:solidFill>
          <a:latin typeface="+mn-lt"/>
          <a:ea typeface="+mn-ea"/>
          <a:cs typeface="+mn-cs"/>
        </a:defRPr>
      </a:lvl4pPr>
      <a:lvl5pPr marL="3207487" indent="-356387" algn="l" defTabSz="1425550" rtl="0" eaLnBrk="1" latinLnBrk="0" hangingPunct="1">
        <a:lnSpc>
          <a:spcPct val="90000"/>
        </a:lnSpc>
        <a:spcBef>
          <a:spcPts val="780"/>
        </a:spcBef>
        <a:buFont typeface="Arial" panose="020B0604020202020204" pitchFamily="34" charset="0"/>
        <a:buChar char="•"/>
        <a:defRPr sz="2806" kern="1200">
          <a:solidFill>
            <a:schemeClr val="tx1"/>
          </a:solidFill>
          <a:latin typeface="+mn-lt"/>
          <a:ea typeface="+mn-ea"/>
          <a:cs typeface="+mn-cs"/>
        </a:defRPr>
      </a:lvl5pPr>
      <a:lvl6pPr marL="3920261" indent="-356387" algn="l" defTabSz="1425550" rtl="0" eaLnBrk="1" latinLnBrk="0" hangingPunct="1">
        <a:lnSpc>
          <a:spcPct val="90000"/>
        </a:lnSpc>
        <a:spcBef>
          <a:spcPts val="780"/>
        </a:spcBef>
        <a:buFont typeface="Arial" panose="020B0604020202020204" pitchFamily="34" charset="0"/>
        <a:buChar char="•"/>
        <a:defRPr sz="2806" kern="1200">
          <a:solidFill>
            <a:schemeClr val="tx1"/>
          </a:solidFill>
          <a:latin typeface="+mn-lt"/>
          <a:ea typeface="+mn-ea"/>
          <a:cs typeface="+mn-cs"/>
        </a:defRPr>
      </a:lvl6pPr>
      <a:lvl7pPr marL="4633036" indent="-356387" algn="l" defTabSz="1425550" rtl="0" eaLnBrk="1" latinLnBrk="0" hangingPunct="1">
        <a:lnSpc>
          <a:spcPct val="90000"/>
        </a:lnSpc>
        <a:spcBef>
          <a:spcPts val="780"/>
        </a:spcBef>
        <a:buFont typeface="Arial" panose="020B0604020202020204" pitchFamily="34" charset="0"/>
        <a:buChar char="•"/>
        <a:defRPr sz="2806" kern="1200">
          <a:solidFill>
            <a:schemeClr val="tx1"/>
          </a:solidFill>
          <a:latin typeface="+mn-lt"/>
          <a:ea typeface="+mn-ea"/>
          <a:cs typeface="+mn-cs"/>
        </a:defRPr>
      </a:lvl7pPr>
      <a:lvl8pPr marL="5345811" indent="-356387" algn="l" defTabSz="1425550" rtl="0" eaLnBrk="1" latinLnBrk="0" hangingPunct="1">
        <a:lnSpc>
          <a:spcPct val="90000"/>
        </a:lnSpc>
        <a:spcBef>
          <a:spcPts val="780"/>
        </a:spcBef>
        <a:buFont typeface="Arial" panose="020B0604020202020204" pitchFamily="34" charset="0"/>
        <a:buChar char="•"/>
        <a:defRPr sz="2806" kern="1200">
          <a:solidFill>
            <a:schemeClr val="tx1"/>
          </a:solidFill>
          <a:latin typeface="+mn-lt"/>
          <a:ea typeface="+mn-ea"/>
          <a:cs typeface="+mn-cs"/>
        </a:defRPr>
      </a:lvl8pPr>
      <a:lvl9pPr marL="6058586" indent="-356387" algn="l" defTabSz="1425550" rtl="0" eaLnBrk="1" latinLnBrk="0" hangingPunct="1">
        <a:lnSpc>
          <a:spcPct val="90000"/>
        </a:lnSpc>
        <a:spcBef>
          <a:spcPts val="780"/>
        </a:spcBef>
        <a:buFont typeface="Arial" panose="020B0604020202020204" pitchFamily="34" charset="0"/>
        <a:buChar char="•"/>
        <a:defRPr sz="2806" kern="1200">
          <a:solidFill>
            <a:schemeClr val="tx1"/>
          </a:solidFill>
          <a:latin typeface="+mn-lt"/>
          <a:ea typeface="+mn-ea"/>
          <a:cs typeface="+mn-cs"/>
        </a:defRPr>
      </a:lvl9pPr>
    </p:bodyStyle>
    <p:otherStyle>
      <a:defPPr>
        <a:defRPr lang="en-US"/>
      </a:defPPr>
      <a:lvl1pPr marL="0" algn="l" defTabSz="1425550" rtl="0" eaLnBrk="1" latinLnBrk="0" hangingPunct="1">
        <a:defRPr sz="2806" kern="1200">
          <a:solidFill>
            <a:schemeClr val="tx1"/>
          </a:solidFill>
          <a:latin typeface="+mn-lt"/>
          <a:ea typeface="+mn-ea"/>
          <a:cs typeface="+mn-cs"/>
        </a:defRPr>
      </a:lvl1pPr>
      <a:lvl2pPr marL="712775" algn="l" defTabSz="1425550" rtl="0" eaLnBrk="1" latinLnBrk="0" hangingPunct="1">
        <a:defRPr sz="2806" kern="1200">
          <a:solidFill>
            <a:schemeClr val="tx1"/>
          </a:solidFill>
          <a:latin typeface="+mn-lt"/>
          <a:ea typeface="+mn-ea"/>
          <a:cs typeface="+mn-cs"/>
        </a:defRPr>
      </a:lvl2pPr>
      <a:lvl3pPr marL="1425550" algn="l" defTabSz="1425550" rtl="0" eaLnBrk="1" latinLnBrk="0" hangingPunct="1">
        <a:defRPr sz="2806" kern="1200">
          <a:solidFill>
            <a:schemeClr val="tx1"/>
          </a:solidFill>
          <a:latin typeface="+mn-lt"/>
          <a:ea typeface="+mn-ea"/>
          <a:cs typeface="+mn-cs"/>
        </a:defRPr>
      </a:lvl3pPr>
      <a:lvl4pPr marL="2138324" algn="l" defTabSz="1425550" rtl="0" eaLnBrk="1" latinLnBrk="0" hangingPunct="1">
        <a:defRPr sz="2806" kern="1200">
          <a:solidFill>
            <a:schemeClr val="tx1"/>
          </a:solidFill>
          <a:latin typeface="+mn-lt"/>
          <a:ea typeface="+mn-ea"/>
          <a:cs typeface="+mn-cs"/>
        </a:defRPr>
      </a:lvl4pPr>
      <a:lvl5pPr marL="2851099" algn="l" defTabSz="1425550" rtl="0" eaLnBrk="1" latinLnBrk="0" hangingPunct="1">
        <a:defRPr sz="2806" kern="1200">
          <a:solidFill>
            <a:schemeClr val="tx1"/>
          </a:solidFill>
          <a:latin typeface="+mn-lt"/>
          <a:ea typeface="+mn-ea"/>
          <a:cs typeface="+mn-cs"/>
        </a:defRPr>
      </a:lvl5pPr>
      <a:lvl6pPr marL="3563874" algn="l" defTabSz="1425550" rtl="0" eaLnBrk="1" latinLnBrk="0" hangingPunct="1">
        <a:defRPr sz="2806" kern="1200">
          <a:solidFill>
            <a:schemeClr val="tx1"/>
          </a:solidFill>
          <a:latin typeface="+mn-lt"/>
          <a:ea typeface="+mn-ea"/>
          <a:cs typeface="+mn-cs"/>
        </a:defRPr>
      </a:lvl6pPr>
      <a:lvl7pPr marL="4276649" algn="l" defTabSz="1425550" rtl="0" eaLnBrk="1" latinLnBrk="0" hangingPunct="1">
        <a:defRPr sz="2806" kern="1200">
          <a:solidFill>
            <a:schemeClr val="tx1"/>
          </a:solidFill>
          <a:latin typeface="+mn-lt"/>
          <a:ea typeface="+mn-ea"/>
          <a:cs typeface="+mn-cs"/>
        </a:defRPr>
      </a:lvl7pPr>
      <a:lvl8pPr marL="4989424" algn="l" defTabSz="1425550" rtl="0" eaLnBrk="1" latinLnBrk="0" hangingPunct="1">
        <a:defRPr sz="2806" kern="1200">
          <a:solidFill>
            <a:schemeClr val="tx1"/>
          </a:solidFill>
          <a:latin typeface="+mn-lt"/>
          <a:ea typeface="+mn-ea"/>
          <a:cs typeface="+mn-cs"/>
        </a:defRPr>
      </a:lvl8pPr>
      <a:lvl9pPr marL="5702198" algn="l" defTabSz="1425550" rtl="0" eaLnBrk="1" latinLnBrk="0" hangingPunct="1">
        <a:defRPr sz="2806"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4" name="Rectangle 123">
            <a:extLst>
              <a:ext uri="{FF2B5EF4-FFF2-40B4-BE49-F238E27FC236}">
                <a16:creationId xmlns:a16="http://schemas.microsoft.com/office/drawing/2014/main" id="{FF9CC2C3-A260-DE8E-3E8A-07AE5CA3B5AE}"/>
              </a:ext>
            </a:extLst>
          </p:cNvPr>
          <p:cNvSpPr/>
          <p:nvPr/>
        </p:nvSpPr>
        <p:spPr>
          <a:xfrm>
            <a:off x="8767809" y="3744751"/>
            <a:ext cx="6215062" cy="1416674"/>
          </a:xfrm>
          <a:prstGeom prst="rect">
            <a:avLst/>
          </a:prstGeom>
          <a:noFill/>
          <a:ln w="12700">
            <a:solidFill>
              <a:srgbClr val="C9D1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Rectangle 4">
            <a:extLst>
              <a:ext uri="{FF2B5EF4-FFF2-40B4-BE49-F238E27FC236}">
                <a16:creationId xmlns:a16="http://schemas.microsoft.com/office/drawing/2014/main" id="{0DE271E2-632B-96CD-3739-20983DCA9EA8}"/>
              </a:ext>
            </a:extLst>
          </p:cNvPr>
          <p:cNvSpPr/>
          <p:nvPr/>
        </p:nvSpPr>
        <p:spPr>
          <a:xfrm rot="10800000">
            <a:off x="0" y="0"/>
            <a:ext cx="15119350" cy="962022"/>
          </a:xfrm>
          <a:prstGeom prst="rect">
            <a:avLst/>
          </a:prstGeom>
          <a:solidFill>
            <a:srgbClr val="C9D1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20DBD6D4-0E81-D98F-88C0-80DA265848A1}"/>
              </a:ext>
            </a:extLst>
          </p:cNvPr>
          <p:cNvSpPr>
            <a:spLocks noGrp="1"/>
          </p:cNvSpPr>
          <p:nvPr>
            <p:ph type="ctrTitle"/>
          </p:nvPr>
        </p:nvSpPr>
        <p:spPr>
          <a:xfrm>
            <a:off x="136479" y="0"/>
            <a:ext cx="10212207" cy="962025"/>
          </a:xfrm>
        </p:spPr>
        <p:txBody>
          <a:bodyPr anchor="ctr">
            <a:noAutofit/>
          </a:bodyPr>
          <a:lstStyle/>
          <a:p>
            <a:pPr algn="l"/>
            <a:r>
              <a:rPr lang="en-GB" sz="4000" dirty="0">
                <a:solidFill>
                  <a:schemeClr val="bg2">
                    <a:lumMod val="25000"/>
                  </a:schemeClr>
                </a:solidFill>
                <a:latin typeface="Segoe UI" panose="020B0502040204020203" pitchFamily="34" charset="0"/>
                <a:cs typeface="Segoe UI" panose="020B0502040204020203" pitchFamily="34" charset="0"/>
              </a:rPr>
              <a:t>Regulated Irrigation System (RIS)</a:t>
            </a:r>
          </a:p>
        </p:txBody>
      </p:sp>
      <p:sp>
        <p:nvSpPr>
          <p:cNvPr id="9" name="TextBox 8">
            <a:extLst>
              <a:ext uri="{FF2B5EF4-FFF2-40B4-BE49-F238E27FC236}">
                <a16:creationId xmlns:a16="http://schemas.microsoft.com/office/drawing/2014/main" id="{6F5DEC9D-E1B5-D725-C46E-118EE618584B}"/>
              </a:ext>
            </a:extLst>
          </p:cNvPr>
          <p:cNvSpPr txBox="1"/>
          <p:nvPr/>
        </p:nvSpPr>
        <p:spPr>
          <a:xfrm>
            <a:off x="136479" y="1150937"/>
            <a:ext cx="5196114" cy="461665"/>
          </a:xfrm>
          <a:prstGeom prst="rect">
            <a:avLst/>
          </a:prstGeom>
          <a:noFill/>
        </p:spPr>
        <p:txBody>
          <a:bodyPr wrap="square" rtlCol="0">
            <a:spAutoFit/>
          </a:bodyPr>
          <a:lstStyle/>
          <a:p>
            <a:r>
              <a:rPr lang="en-GB" sz="2400" dirty="0">
                <a:solidFill>
                  <a:schemeClr val="bg2">
                    <a:lumMod val="25000"/>
                  </a:schemeClr>
                </a:solidFill>
                <a:latin typeface="Segoe UI" panose="020B0502040204020203" pitchFamily="34" charset="0"/>
                <a:cs typeface="Segoe UI" panose="020B0502040204020203" pitchFamily="34" charset="0"/>
              </a:rPr>
              <a:t>What is it?</a:t>
            </a:r>
          </a:p>
        </p:txBody>
      </p:sp>
      <p:cxnSp>
        <p:nvCxnSpPr>
          <p:cNvPr id="14" name="Straight Connector 13">
            <a:extLst>
              <a:ext uri="{FF2B5EF4-FFF2-40B4-BE49-F238E27FC236}">
                <a16:creationId xmlns:a16="http://schemas.microsoft.com/office/drawing/2014/main" id="{39AA5C03-1DB8-2085-5C76-68AB01DFDA6A}"/>
              </a:ext>
            </a:extLst>
          </p:cNvPr>
          <p:cNvCxnSpPr>
            <a:cxnSpLocks/>
          </p:cNvCxnSpPr>
          <p:nvPr/>
        </p:nvCxnSpPr>
        <p:spPr>
          <a:xfrm>
            <a:off x="136479" y="1612602"/>
            <a:ext cx="4981431" cy="0"/>
          </a:xfrm>
          <a:prstGeom prst="line">
            <a:avLst/>
          </a:prstGeom>
          <a:ln w="18000">
            <a:solidFill>
              <a:srgbClr val="CBCBCB"/>
            </a:solidFill>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0CB672EB-453B-1A1C-7A7B-1BFA5E998E5A}"/>
              </a:ext>
            </a:extLst>
          </p:cNvPr>
          <p:cNvSpPr txBox="1"/>
          <p:nvPr/>
        </p:nvSpPr>
        <p:spPr>
          <a:xfrm>
            <a:off x="136479" y="1801514"/>
            <a:ext cx="4858602" cy="4154984"/>
          </a:xfrm>
          <a:prstGeom prst="rect">
            <a:avLst/>
          </a:prstGeom>
          <a:noFill/>
        </p:spPr>
        <p:txBody>
          <a:bodyPr wrap="square" rtlCol="0">
            <a:spAutoFit/>
          </a:bodyPr>
          <a:lstStyle/>
          <a:p>
            <a:pPr marL="285750" indent="-285750">
              <a:buFont typeface="Arial" panose="020B0604020202020204" pitchFamily="34" charset="0"/>
              <a:buChar char="•"/>
            </a:pPr>
            <a:r>
              <a:rPr lang="en-GB" sz="1200" dirty="0">
                <a:latin typeface="Segoe UI" panose="020B0502040204020203" pitchFamily="34" charset="0"/>
                <a:cs typeface="Segoe UI" panose="020B0502040204020203" pitchFamily="34" charset="0"/>
              </a:rPr>
              <a:t>This project is all about watering plants in any scenario possible like in a small greenhouse or across an entire farm while being reliable, able to continue working across a whole year through all the seasons.</a:t>
            </a:r>
          </a:p>
          <a:p>
            <a:pPr marL="285750" indent="-285750">
              <a:buFont typeface="Arial" panose="020B0604020202020204" pitchFamily="34" charset="0"/>
              <a:buChar char="•"/>
            </a:pPr>
            <a:r>
              <a:rPr lang="en-GB" sz="1200" dirty="0">
                <a:latin typeface="Segoe UI" panose="020B0502040204020203" pitchFamily="34" charset="0"/>
                <a:cs typeface="Segoe UI" panose="020B0502040204020203" pitchFamily="34" charset="0"/>
              </a:rPr>
              <a:t>The idea for this project came from my Dad’s greenhouse which when we went on holiday was a struggle as no one could water the plants inside it.</a:t>
            </a:r>
          </a:p>
          <a:p>
            <a:pPr marL="285750" indent="-285750">
              <a:buFont typeface="Arial" panose="020B0604020202020204" pitchFamily="34" charset="0"/>
              <a:buChar char="•"/>
            </a:pPr>
            <a:r>
              <a:rPr lang="en-GB" sz="1200" dirty="0">
                <a:latin typeface="Segoe UI" panose="020B0502040204020203" pitchFamily="34" charset="0"/>
                <a:cs typeface="Segoe UI" panose="020B0502040204020203" pitchFamily="34" charset="0"/>
              </a:rPr>
              <a:t>There are many existing products for this issue already, but they are either too expensive for no reason due to being sold to businesses or are too simple and not reliable, so I thought ill make my own.</a:t>
            </a:r>
          </a:p>
          <a:p>
            <a:pPr marL="285750" indent="-285750">
              <a:buFont typeface="Arial" panose="020B0604020202020204" pitchFamily="34" charset="0"/>
              <a:buChar char="•"/>
            </a:pPr>
            <a:r>
              <a:rPr lang="en-GB" sz="1200" dirty="0">
                <a:latin typeface="Segoe UI" panose="020B0502040204020203" pitchFamily="34" charset="0"/>
                <a:cs typeface="Segoe UI" panose="020B0502040204020203" pitchFamily="34" charset="0"/>
              </a:rPr>
              <a:t>This all led me to my Design Brief I created:</a:t>
            </a:r>
          </a:p>
          <a:p>
            <a:pPr marL="742950" lvl="1" indent="-285750">
              <a:buFont typeface="Arial" panose="020B0604020202020204" pitchFamily="34" charset="0"/>
              <a:buChar char="•"/>
            </a:pPr>
            <a:r>
              <a:rPr lang="en-GB" sz="1200" dirty="0">
                <a:latin typeface="Segoe UI" panose="020B0502040204020203" pitchFamily="34" charset="0"/>
                <a:cs typeface="Segoe UI" panose="020B0502040204020203" pitchFamily="34" charset="0"/>
              </a:rPr>
              <a:t>Water Plants.</a:t>
            </a:r>
          </a:p>
          <a:p>
            <a:pPr marL="742950" lvl="1" indent="-285750">
              <a:buFont typeface="Arial" panose="020B0604020202020204" pitchFamily="34" charset="0"/>
              <a:buChar char="•"/>
            </a:pPr>
            <a:r>
              <a:rPr lang="en-GB" sz="1200" dirty="0">
                <a:latin typeface="Segoe UI" panose="020B0502040204020203" pitchFamily="34" charset="0"/>
                <a:cs typeface="Segoe UI" panose="020B0502040204020203" pitchFamily="34" charset="0"/>
              </a:rPr>
              <a:t>Any Environment and Scale (Greenhouse / Farm).</a:t>
            </a:r>
          </a:p>
          <a:p>
            <a:pPr marL="742950" lvl="1" indent="-285750">
              <a:buFont typeface="Arial" panose="020B0604020202020204" pitchFamily="34" charset="0"/>
              <a:buChar char="•"/>
            </a:pPr>
            <a:r>
              <a:rPr lang="en-GB" sz="1200" dirty="0">
                <a:latin typeface="Segoe UI" panose="020B0502040204020203" pitchFamily="34" charset="0"/>
                <a:cs typeface="Segoe UI" panose="020B0502040204020203" pitchFamily="34" charset="0"/>
              </a:rPr>
              <a:t>Reliable (Works for Weeks / Months).</a:t>
            </a:r>
          </a:p>
          <a:p>
            <a:pPr marL="742950" lvl="1" indent="-285750">
              <a:buFont typeface="Arial" panose="020B0604020202020204" pitchFamily="34" charset="0"/>
              <a:buChar char="•"/>
            </a:pPr>
            <a:r>
              <a:rPr lang="en-GB" sz="1200" dirty="0">
                <a:latin typeface="Segoe UI" panose="020B0502040204020203" pitchFamily="34" charset="0"/>
                <a:cs typeface="Segoe UI" panose="020B0502040204020203" pitchFamily="34" charset="0"/>
              </a:rPr>
              <a:t>Sustainable (Self Sufficient: Solar / Rain).</a:t>
            </a:r>
          </a:p>
          <a:p>
            <a:pPr marL="742950" lvl="1" indent="-285750">
              <a:buFont typeface="Arial" panose="020B0604020202020204" pitchFamily="34" charset="0"/>
              <a:buChar char="•"/>
            </a:pPr>
            <a:r>
              <a:rPr lang="en-GB" sz="1200" dirty="0">
                <a:latin typeface="Segoe UI" panose="020B0502040204020203" pitchFamily="34" charset="0"/>
                <a:cs typeface="Segoe UI" panose="020B0502040204020203" pitchFamily="34" charset="0"/>
              </a:rPr>
              <a:t>Relatively Cheap (&lt; ~£100).</a:t>
            </a:r>
          </a:p>
          <a:p>
            <a:pPr marL="285750" indent="-285750">
              <a:buFont typeface="Arial" panose="020B0604020202020204" pitchFamily="34" charset="0"/>
              <a:buChar char="•"/>
            </a:pPr>
            <a:r>
              <a:rPr lang="en-GB" sz="1200" dirty="0">
                <a:latin typeface="Segoe UI" panose="020B0502040204020203" pitchFamily="34" charset="0"/>
                <a:cs typeface="Segoe UI" panose="020B0502040204020203" pitchFamily="34" charset="0"/>
              </a:rPr>
              <a:t>I am still currently developing this project and iterating over each area of the design outlined here (titles) over time getting closer to the final design that I will then produce and test as a prototype finally then producing it again as a final product (one-off for now).</a:t>
            </a:r>
          </a:p>
        </p:txBody>
      </p:sp>
      <p:sp>
        <p:nvSpPr>
          <p:cNvPr id="23" name="TextBox 22">
            <a:extLst>
              <a:ext uri="{FF2B5EF4-FFF2-40B4-BE49-F238E27FC236}">
                <a16:creationId xmlns:a16="http://schemas.microsoft.com/office/drawing/2014/main" id="{1CBB57B0-4959-1814-90D9-C936FFEAFDBB}"/>
              </a:ext>
            </a:extLst>
          </p:cNvPr>
          <p:cNvSpPr txBox="1"/>
          <p:nvPr/>
        </p:nvSpPr>
        <p:spPr>
          <a:xfrm>
            <a:off x="13306566" y="296345"/>
            <a:ext cx="1676305" cy="369332"/>
          </a:xfrm>
          <a:prstGeom prst="rect">
            <a:avLst/>
          </a:prstGeom>
          <a:noFill/>
        </p:spPr>
        <p:txBody>
          <a:bodyPr wrap="square" rtlCol="0" anchor="ctr">
            <a:spAutoFit/>
          </a:bodyPr>
          <a:lstStyle/>
          <a:p>
            <a:pPr algn="r"/>
            <a:r>
              <a:rPr lang="en-GB" dirty="0"/>
              <a:t>by Sam Dixon</a:t>
            </a:r>
          </a:p>
        </p:txBody>
      </p:sp>
      <p:sp>
        <p:nvSpPr>
          <p:cNvPr id="24" name="TextBox 23">
            <a:extLst>
              <a:ext uri="{FF2B5EF4-FFF2-40B4-BE49-F238E27FC236}">
                <a16:creationId xmlns:a16="http://schemas.microsoft.com/office/drawing/2014/main" id="{129FA21F-5EB0-098B-B5D0-3C267DA202A1}"/>
              </a:ext>
            </a:extLst>
          </p:cNvPr>
          <p:cNvSpPr txBox="1"/>
          <p:nvPr/>
        </p:nvSpPr>
        <p:spPr>
          <a:xfrm>
            <a:off x="9786759" y="1150937"/>
            <a:ext cx="5196114" cy="461665"/>
          </a:xfrm>
          <a:prstGeom prst="rect">
            <a:avLst/>
          </a:prstGeom>
          <a:noFill/>
        </p:spPr>
        <p:txBody>
          <a:bodyPr wrap="square" rtlCol="0">
            <a:spAutoFit/>
          </a:bodyPr>
          <a:lstStyle/>
          <a:p>
            <a:r>
              <a:rPr lang="en-GB" sz="2400" dirty="0">
                <a:solidFill>
                  <a:schemeClr val="bg2">
                    <a:lumMod val="25000"/>
                  </a:schemeClr>
                </a:solidFill>
                <a:latin typeface="Segoe UI" panose="020B0502040204020203" pitchFamily="34" charset="0"/>
                <a:cs typeface="Segoe UI" panose="020B0502040204020203" pitchFamily="34" charset="0"/>
              </a:rPr>
              <a:t>Circuit (Electronics)</a:t>
            </a:r>
          </a:p>
        </p:txBody>
      </p:sp>
      <p:cxnSp>
        <p:nvCxnSpPr>
          <p:cNvPr id="25" name="Straight Connector 24">
            <a:extLst>
              <a:ext uri="{FF2B5EF4-FFF2-40B4-BE49-F238E27FC236}">
                <a16:creationId xmlns:a16="http://schemas.microsoft.com/office/drawing/2014/main" id="{9A83DA1F-FE48-2D0E-776B-D162E8E249A9}"/>
              </a:ext>
            </a:extLst>
          </p:cNvPr>
          <p:cNvCxnSpPr>
            <a:cxnSpLocks/>
          </p:cNvCxnSpPr>
          <p:nvPr/>
        </p:nvCxnSpPr>
        <p:spPr>
          <a:xfrm>
            <a:off x="9786759" y="1612602"/>
            <a:ext cx="4981431" cy="0"/>
          </a:xfrm>
          <a:prstGeom prst="line">
            <a:avLst/>
          </a:prstGeom>
          <a:ln w="18000">
            <a:solidFill>
              <a:srgbClr val="CBCBCB"/>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EB2DAC26-2524-2FD3-3100-A3ECDC206E9D}"/>
              </a:ext>
            </a:extLst>
          </p:cNvPr>
          <p:cNvSpPr txBox="1"/>
          <p:nvPr/>
        </p:nvSpPr>
        <p:spPr>
          <a:xfrm>
            <a:off x="9786759" y="1801514"/>
            <a:ext cx="4858602" cy="1754326"/>
          </a:xfrm>
          <a:prstGeom prst="rect">
            <a:avLst/>
          </a:prstGeom>
          <a:noFill/>
        </p:spPr>
        <p:txBody>
          <a:bodyPr wrap="square" rtlCol="0">
            <a:spAutoFit/>
          </a:bodyPr>
          <a:lstStyle/>
          <a:p>
            <a:pPr marL="285750" indent="-285750">
              <a:buFont typeface="Arial" panose="020B0604020202020204" pitchFamily="34" charset="0"/>
              <a:buChar char="•"/>
            </a:pPr>
            <a:r>
              <a:rPr lang="en-GB" sz="1200" dirty="0">
                <a:latin typeface="Segoe UI" panose="020B0502040204020203" pitchFamily="34" charset="0"/>
                <a:cs typeface="Segoe UI" panose="020B0502040204020203" pitchFamily="34" charset="0"/>
              </a:rPr>
              <a:t>There will be a circuit in the command and switch modules which I will organise onto 2 custom PCBs that I will get produced by JLCPCB as it is very cheap and scalable for batch production.</a:t>
            </a:r>
          </a:p>
          <a:p>
            <a:pPr marL="285750" indent="-285750">
              <a:buFont typeface="Arial" panose="020B0604020202020204" pitchFamily="34" charset="0"/>
              <a:buChar char="•"/>
            </a:pPr>
            <a:r>
              <a:rPr lang="en-GB" sz="1200" dirty="0">
                <a:latin typeface="Segoe UI" panose="020B0502040204020203" pitchFamily="34" charset="0"/>
                <a:cs typeface="Segoe UI" panose="020B0502040204020203" pitchFamily="34" charset="0"/>
              </a:rPr>
              <a:t>Command Module: Contains the microcontroller (ESP32) a temperature sensor, Wi-Fi switch, status LED and the power management (battery, solar).</a:t>
            </a:r>
          </a:p>
          <a:p>
            <a:pPr marL="285750" indent="-285750">
              <a:buFont typeface="Arial" panose="020B0604020202020204" pitchFamily="34" charset="0"/>
              <a:buChar char="•"/>
            </a:pPr>
            <a:r>
              <a:rPr lang="en-GB" sz="1200" dirty="0">
                <a:latin typeface="Segoe UI" panose="020B0502040204020203" pitchFamily="34" charset="0"/>
                <a:cs typeface="Segoe UI" panose="020B0502040204020203" pitchFamily="34" charset="0"/>
              </a:rPr>
              <a:t>Switch Module: Contains shift register (74HC595) that will control relays (SRD-03VDC-SL-C) for each port.</a:t>
            </a:r>
          </a:p>
          <a:p>
            <a:pPr marL="285750" indent="-285750">
              <a:buFont typeface="Arial" panose="020B0604020202020204" pitchFamily="34" charset="0"/>
              <a:buChar char="•"/>
            </a:pPr>
            <a:r>
              <a:rPr lang="en-GB" sz="1200" dirty="0">
                <a:latin typeface="Segoe UI" panose="020B0502040204020203" pitchFamily="34" charset="0"/>
                <a:cs typeface="Segoe UI" panose="020B0502040204020203" pitchFamily="34" charset="0"/>
              </a:rPr>
              <a:t>Each module will have multiple ports (JST-PH) for power or data.</a:t>
            </a:r>
          </a:p>
        </p:txBody>
      </p:sp>
      <p:sp>
        <p:nvSpPr>
          <p:cNvPr id="30" name="TextBox 29">
            <a:extLst>
              <a:ext uri="{FF2B5EF4-FFF2-40B4-BE49-F238E27FC236}">
                <a16:creationId xmlns:a16="http://schemas.microsoft.com/office/drawing/2014/main" id="{C349E672-A40D-691A-2583-941098F6AEE2}"/>
              </a:ext>
            </a:extLst>
          </p:cNvPr>
          <p:cNvSpPr txBox="1"/>
          <p:nvPr/>
        </p:nvSpPr>
        <p:spPr>
          <a:xfrm>
            <a:off x="9786759" y="5346969"/>
            <a:ext cx="5196114" cy="461665"/>
          </a:xfrm>
          <a:prstGeom prst="rect">
            <a:avLst/>
          </a:prstGeom>
          <a:noFill/>
        </p:spPr>
        <p:txBody>
          <a:bodyPr wrap="square" rtlCol="0">
            <a:spAutoFit/>
          </a:bodyPr>
          <a:lstStyle/>
          <a:p>
            <a:r>
              <a:rPr lang="en-GB" sz="2400" dirty="0">
                <a:solidFill>
                  <a:schemeClr val="bg2">
                    <a:lumMod val="25000"/>
                  </a:schemeClr>
                </a:solidFill>
                <a:latin typeface="Segoe UI" panose="020B0502040204020203" pitchFamily="34" charset="0"/>
                <a:cs typeface="Segoe UI" panose="020B0502040204020203" pitchFamily="34" charset="0"/>
              </a:rPr>
              <a:t>Program (Regulation)</a:t>
            </a:r>
          </a:p>
        </p:txBody>
      </p:sp>
      <p:cxnSp>
        <p:nvCxnSpPr>
          <p:cNvPr id="31" name="Straight Connector 30">
            <a:extLst>
              <a:ext uri="{FF2B5EF4-FFF2-40B4-BE49-F238E27FC236}">
                <a16:creationId xmlns:a16="http://schemas.microsoft.com/office/drawing/2014/main" id="{B12A5328-50E9-3C4C-5B86-0C3E6A37B6CE}"/>
              </a:ext>
            </a:extLst>
          </p:cNvPr>
          <p:cNvCxnSpPr>
            <a:cxnSpLocks/>
          </p:cNvCxnSpPr>
          <p:nvPr/>
        </p:nvCxnSpPr>
        <p:spPr>
          <a:xfrm>
            <a:off x="9786759" y="5808634"/>
            <a:ext cx="4981431" cy="0"/>
          </a:xfrm>
          <a:prstGeom prst="line">
            <a:avLst/>
          </a:prstGeom>
          <a:ln w="18000">
            <a:solidFill>
              <a:srgbClr val="CBCBCB"/>
            </a:solidFill>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85D1E7F6-109F-B638-6659-06B13D980F6A}"/>
              </a:ext>
            </a:extLst>
          </p:cNvPr>
          <p:cNvSpPr txBox="1"/>
          <p:nvPr/>
        </p:nvSpPr>
        <p:spPr>
          <a:xfrm>
            <a:off x="9786759" y="5997546"/>
            <a:ext cx="4858602" cy="2308324"/>
          </a:xfrm>
          <a:prstGeom prst="rect">
            <a:avLst/>
          </a:prstGeom>
          <a:noFill/>
        </p:spPr>
        <p:txBody>
          <a:bodyPr wrap="square" rtlCol="0">
            <a:spAutoFit/>
          </a:bodyPr>
          <a:lstStyle/>
          <a:p>
            <a:pPr marL="285750" indent="-285750">
              <a:buFont typeface="Arial" panose="020B0604020202020204" pitchFamily="34" charset="0"/>
              <a:buChar char="•"/>
            </a:pPr>
            <a:r>
              <a:rPr lang="en-GB" sz="1200" dirty="0">
                <a:latin typeface="Segoe UI" panose="020B0502040204020203" pitchFamily="34" charset="0"/>
                <a:cs typeface="Segoe UI" panose="020B0502040204020203" pitchFamily="34" charset="0"/>
              </a:rPr>
              <a:t>The microcontroller (ESP32) will regulate the system with the program (C++ Code) running on it.</a:t>
            </a:r>
          </a:p>
          <a:p>
            <a:pPr marL="742950" lvl="1" indent="-285750">
              <a:buFont typeface="Arial" panose="020B0604020202020204" pitchFamily="34" charset="0"/>
              <a:buChar char="•"/>
            </a:pPr>
            <a:r>
              <a:rPr lang="en-GB" sz="1200" dirty="0">
                <a:latin typeface="Segoe UI" panose="020B0502040204020203" pitchFamily="34" charset="0"/>
                <a:cs typeface="Segoe UI" panose="020B0502040204020203" pitchFamily="34" charset="0"/>
              </a:rPr>
              <a:t>It creates a Wi-Fi AP Network with a Web Server as well that users can connect to configure everything using the website interface.</a:t>
            </a:r>
          </a:p>
          <a:p>
            <a:pPr marL="742950" lvl="1" indent="-285750">
              <a:buFont typeface="Arial" panose="020B0604020202020204" pitchFamily="34" charset="0"/>
              <a:buChar char="•"/>
            </a:pPr>
            <a:r>
              <a:rPr lang="en-GB" sz="1200" dirty="0">
                <a:latin typeface="Segoe UI" panose="020B0502040204020203" pitchFamily="34" charset="0"/>
                <a:cs typeface="Segoe UI" panose="020B0502040204020203" pitchFamily="34" charset="0"/>
              </a:rPr>
              <a:t>Routines can then be created that will turn on certain switch ports (Pumps / Valves) at certain times (12:00 every day or month) for a certain duration (60s).</a:t>
            </a:r>
          </a:p>
          <a:p>
            <a:pPr marL="742950" lvl="1" indent="-285750">
              <a:buFont typeface="Arial" panose="020B0604020202020204" pitchFamily="34" charset="0"/>
              <a:buChar char="•"/>
            </a:pPr>
            <a:r>
              <a:rPr lang="en-GB" sz="1200" dirty="0">
                <a:latin typeface="Segoe UI" panose="020B0502040204020203" pitchFamily="34" charset="0"/>
                <a:cs typeface="Segoe UI" panose="020B0502040204020203" pitchFamily="34" charset="0"/>
              </a:rPr>
              <a:t>This duration can be different depending on the temperature sensor: for instance, if its hot (summer) then give plants more water (120s) or if its cold (winter) then give plants little to no water (0s).</a:t>
            </a:r>
          </a:p>
        </p:txBody>
      </p:sp>
      <p:sp>
        <p:nvSpPr>
          <p:cNvPr id="33" name="TextBox 32">
            <a:extLst>
              <a:ext uri="{FF2B5EF4-FFF2-40B4-BE49-F238E27FC236}">
                <a16:creationId xmlns:a16="http://schemas.microsoft.com/office/drawing/2014/main" id="{6BAEFB42-02B0-1FD4-47D5-CA3D1EED8B1A}"/>
              </a:ext>
            </a:extLst>
          </p:cNvPr>
          <p:cNvSpPr txBox="1"/>
          <p:nvPr/>
        </p:nvSpPr>
        <p:spPr>
          <a:xfrm>
            <a:off x="136479" y="5960743"/>
            <a:ext cx="5196114" cy="461665"/>
          </a:xfrm>
          <a:prstGeom prst="rect">
            <a:avLst/>
          </a:prstGeom>
          <a:noFill/>
        </p:spPr>
        <p:txBody>
          <a:bodyPr wrap="square" rtlCol="0">
            <a:spAutoFit/>
          </a:bodyPr>
          <a:lstStyle/>
          <a:p>
            <a:r>
              <a:rPr lang="en-GB" sz="2400" dirty="0">
                <a:solidFill>
                  <a:schemeClr val="bg2">
                    <a:lumMod val="25000"/>
                  </a:schemeClr>
                </a:solidFill>
                <a:latin typeface="Segoe UI" panose="020B0502040204020203" pitchFamily="34" charset="0"/>
                <a:cs typeface="Segoe UI" panose="020B0502040204020203" pitchFamily="34" charset="0"/>
              </a:rPr>
              <a:t>Model (CAD / 3D Print)</a:t>
            </a:r>
          </a:p>
        </p:txBody>
      </p:sp>
      <p:cxnSp>
        <p:nvCxnSpPr>
          <p:cNvPr id="34" name="Straight Connector 33">
            <a:extLst>
              <a:ext uri="{FF2B5EF4-FFF2-40B4-BE49-F238E27FC236}">
                <a16:creationId xmlns:a16="http://schemas.microsoft.com/office/drawing/2014/main" id="{F07D2521-3CBD-11A4-97E1-211AD454A31D}"/>
              </a:ext>
            </a:extLst>
          </p:cNvPr>
          <p:cNvCxnSpPr>
            <a:cxnSpLocks/>
          </p:cNvCxnSpPr>
          <p:nvPr/>
        </p:nvCxnSpPr>
        <p:spPr>
          <a:xfrm>
            <a:off x="136479" y="6422408"/>
            <a:ext cx="4981431" cy="0"/>
          </a:xfrm>
          <a:prstGeom prst="line">
            <a:avLst/>
          </a:prstGeom>
          <a:ln w="18000">
            <a:solidFill>
              <a:srgbClr val="CBCBCB"/>
            </a:solidFill>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96078836-FD58-7A4B-F365-DD9233B6916D}"/>
              </a:ext>
            </a:extLst>
          </p:cNvPr>
          <p:cNvSpPr txBox="1"/>
          <p:nvPr/>
        </p:nvSpPr>
        <p:spPr>
          <a:xfrm>
            <a:off x="136479" y="6611320"/>
            <a:ext cx="4858602" cy="3046988"/>
          </a:xfrm>
          <a:prstGeom prst="rect">
            <a:avLst/>
          </a:prstGeom>
          <a:noFill/>
        </p:spPr>
        <p:txBody>
          <a:bodyPr wrap="square" rtlCol="0">
            <a:spAutoFit/>
          </a:bodyPr>
          <a:lstStyle/>
          <a:p>
            <a:pPr marL="285750" indent="-285750">
              <a:buFont typeface="Arial" panose="020B0604020202020204" pitchFamily="34" charset="0"/>
              <a:buChar char="•"/>
            </a:pPr>
            <a:r>
              <a:rPr lang="en-GB" sz="1200" dirty="0">
                <a:latin typeface="Segoe UI" panose="020B0502040204020203" pitchFamily="34" charset="0"/>
                <a:cs typeface="Segoe UI" panose="020B0502040204020203" pitchFamily="34" charset="0"/>
              </a:rPr>
              <a:t>This design is built up of multiple modules to allow it to be scaled up from just a couple plants to hundreds with each being a 3D printed case that slide into each other on the sides.</a:t>
            </a:r>
          </a:p>
          <a:p>
            <a:pPr marL="285750" indent="-285750">
              <a:buFont typeface="Arial" panose="020B0604020202020204" pitchFamily="34" charset="0"/>
              <a:buChar char="•"/>
            </a:pPr>
            <a:r>
              <a:rPr lang="en-GB" sz="1200" dirty="0">
                <a:latin typeface="Segoe UI" panose="020B0502040204020203" pitchFamily="34" charset="0"/>
                <a:cs typeface="Segoe UI" panose="020B0502040204020203" pitchFamily="34" charset="0"/>
              </a:rPr>
              <a:t>The Command Module will be the same across all implementations of the product containing the microcontroller (ESP32) for the regulation and a battery with a solar panel on top.</a:t>
            </a:r>
          </a:p>
          <a:p>
            <a:pPr marL="285750" indent="-285750">
              <a:buFont typeface="Arial" panose="020B0604020202020204" pitchFamily="34" charset="0"/>
              <a:buChar char="•"/>
            </a:pPr>
            <a:r>
              <a:rPr lang="en-GB" sz="1200" dirty="0">
                <a:latin typeface="Segoe UI" panose="020B0502040204020203" pitchFamily="34" charset="0"/>
                <a:cs typeface="Segoe UI" panose="020B0502040204020203" pitchFamily="34" charset="0"/>
              </a:rPr>
              <a:t>The Valve Modules contain many slots for electromechanical valves (Solenoid) that can send off water to different areas or types of plants that may want different amount of water.</a:t>
            </a:r>
          </a:p>
          <a:p>
            <a:pPr marL="285750" indent="-285750">
              <a:buFont typeface="Arial" panose="020B0604020202020204" pitchFamily="34" charset="0"/>
              <a:buChar char="•"/>
            </a:pPr>
            <a:r>
              <a:rPr lang="en-GB" sz="1200" dirty="0">
                <a:latin typeface="Segoe UI" panose="020B0502040204020203" pitchFamily="34" charset="0"/>
                <a:cs typeface="Segoe UI" panose="020B0502040204020203" pitchFamily="34" charset="0"/>
              </a:rPr>
              <a:t>The Pumps are external parts of the design that may have module enclosers in the future to protect them while they pump the water to the valves and then plants when needed.</a:t>
            </a:r>
          </a:p>
          <a:p>
            <a:pPr marL="285750" indent="-285750">
              <a:buFont typeface="Arial" panose="020B0604020202020204" pitchFamily="34" charset="0"/>
              <a:buChar char="•"/>
            </a:pPr>
            <a:r>
              <a:rPr lang="en-GB" sz="1200" dirty="0">
                <a:latin typeface="Segoe UI" panose="020B0502040204020203" pitchFamily="34" charset="0"/>
                <a:cs typeface="Segoe UI" panose="020B0502040204020203" pitchFamily="34" charset="0"/>
              </a:rPr>
              <a:t>The Switch Modules control relays for ports to the valves or pumps when needed and can be chained together due to the switch registers inside to allow as many valves as possible and pumps to be added for the needed scale.</a:t>
            </a:r>
          </a:p>
        </p:txBody>
      </p:sp>
      <p:pic>
        <p:nvPicPr>
          <p:cNvPr id="39" name="Picture 38">
            <a:extLst>
              <a:ext uri="{FF2B5EF4-FFF2-40B4-BE49-F238E27FC236}">
                <a16:creationId xmlns:a16="http://schemas.microsoft.com/office/drawing/2014/main" id="{0645A90A-3B61-A55B-A875-0F389AA01EFD}"/>
              </a:ext>
            </a:extLst>
          </p:cNvPr>
          <p:cNvPicPr>
            <a:picLocks noChangeAspect="1"/>
          </p:cNvPicPr>
          <p:nvPr/>
        </p:nvPicPr>
        <p:blipFill>
          <a:blip r:embed="rId2"/>
          <a:srcRect t="10144" b="14750"/>
          <a:stretch>
            <a:fillRect/>
          </a:stretch>
        </p:blipFill>
        <p:spPr>
          <a:xfrm>
            <a:off x="4915612" y="3554554"/>
            <a:ext cx="3742778" cy="4136433"/>
          </a:xfrm>
          <a:prstGeom prst="rect">
            <a:avLst/>
          </a:prstGeom>
        </p:spPr>
      </p:pic>
      <p:pic>
        <p:nvPicPr>
          <p:cNvPr id="37" name="Picture 36">
            <a:extLst>
              <a:ext uri="{FF2B5EF4-FFF2-40B4-BE49-F238E27FC236}">
                <a16:creationId xmlns:a16="http://schemas.microsoft.com/office/drawing/2014/main" id="{45620787-640E-A7DD-3B7E-36BCC53B3711}"/>
              </a:ext>
            </a:extLst>
          </p:cNvPr>
          <p:cNvPicPr>
            <a:picLocks noChangeAspect="1"/>
          </p:cNvPicPr>
          <p:nvPr/>
        </p:nvPicPr>
        <p:blipFill>
          <a:blip r:embed="rId3"/>
          <a:srcRect l="9129" t="3624" r="4669" b="10944"/>
          <a:stretch>
            <a:fillRect/>
          </a:stretch>
        </p:blipFill>
        <p:spPr>
          <a:xfrm>
            <a:off x="5371845" y="962023"/>
            <a:ext cx="4375660" cy="2683186"/>
          </a:xfrm>
          <a:prstGeom prst="rect">
            <a:avLst/>
          </a:prstGeom>
        </p:spPr>
      </p:pic>
      <p:sp>
        <p:nvSpPr>
          <p:cNvPr id="42" name="Rectangle: Diagonal Corners Snipped 41">
            <a:extLst>
              <a:ext uri="{FF2B5EF4-FFF2-40B4-BE49-F238E27FC236}">
                <a16:creationId xmlns:a16="http://schemas.microsoft.com/office/drawing/2014/main" id="{0C9C18DE-7A24-DB4F-A253-31C46FF9862C}"/>
              </a:ext>
            </a:extLst>
          </p:cNvPr>
          <p:cNvSpPr/>
          <p:nvPr/>
        </p:nvSpPr>
        <p:spPr>
          <a:xfrm>
            <a:off x="8808073" y="3787502"/>
            <a:ext cx="1007227" cy="258794"/>
          </a:xfrm>
          <a:prstGeom prst="snip2DiagRect">
            <a:avLst/>
          </a:prstGeom>
          <a:no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50" dirty="0">
                <a:solidFill>
                  <a:schemeClr val="bg2">
                    <a:lumMod val="25000"/>
                  </a:schemeClr>
                </a:solidFill>
              </a:rPr>
              <a:t>Temp Sensor</a:t>
            </a:r>
          </a:p>
        </p:txBody>
      </p:sp>
      <p:sp>
        <p:nvSpPr>
          <p:cNvPr id="43" name="Rectangle: Diagonal Corners Snipped 42">
            <a:extLst>
              <a:ext uri="{FF2B5EF4-FFF2-40B4-BE49-F238E27FC236}">
                <a16:creationId xmlns:a16="http://schemas.microsoft.com/office/drawing/2014/main" id="{76EA3DAA-CC90-F4FF-D08A-8E0F0DFC8B03}"/>
              </a:ext>
            </a:extLst>
          </p:cNvPr>
          <p:cNvSpPr/>
          <p:nvPr/>
        </p:nvSpPr>
        <p:spPr>
          <a:xfrm>
            <a:off x="8808074" y="4164901"/>
            <a:ext cx="1007227" cy="258794"/>
          </a:xfrm>
          <a:prstGeom prst="snip2DiagRect">
            <a:avLst/>
          </a:prstGeom>
          <a:no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50" dirty="0">
                <a:solidFill>
                  <a:schemeClr val="bg2">
                    <a:lumMod val="25000"/>
                  </a:schemeClr>
                </a:solidFill>
              </a:rPr>
              <a:t>Wi-Fi Switch</a:t>
            </a:r>
          </a:p>
        </p:txBody>
      </p:sp>
      <p:sp>
        <p:nvSpPr>
          <p:cNvPr id="44" name="Rectangle: Diagonal Corners Snipped 43">
            <a:extLst>
              <a:ext uri="{FF2B5EF4-FFF2-40B4-BE49-F238E27FC236}">
                <a16:creationId xmlns:a16="http://schemas.microsoft.com/office/drawing/2014/main" id="{E38E45C1-8671-71AB-7F33-DAB3CA9F4CDA}"/>
              </a:ext>
            </a:extLst>
          </p:cNvPr>
          <p:cNvSpPr/>
          <p:nvPr/>
        </p:nvSpPr>
        <p:spPr>
          <a:xfrm>
            <a:off x="8808073" y="4542300"/>
            <a:ext cx="1007227" cy="258794"/>
          </a:xfrm>
          <a:prstGeom prst="snip2DiagRect">
            <a:avLst/>
          </a:prstGeom>
          <a:no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50" dirty="0">
                <a:solidFill>
                  <a:schemeClr val="bg2">
                    <a:lumMod val="25000"/>
                  </a:schemeClr>
                </a:solidFill>
              </a:rPr>
              <a:t>Status LED </a:t>
            </a:r>
          </a:p>
        </p:txBody>
      </p:sp>
      <p:cxnSp>
        <p:nvCxnSpPr>
          <p:cNvPr id="46" name="Connector: Elbow 45">
            <a:extLst>
              <a:ext uri="{FF2B5EF4-FFF2-40B4-BE49-F238E27FC236}">
                <a16:creationId xmlns:a16="http://schemas.microsoft.com/office/drawing/2014/main" id="{F71A2CDC-4203-2D7E-ABA6-11AC1C00EC83}"/>
              </a:ext>
            </a:extLst>
          </p:cNvPr>
          <p:cNvCxnSpPr>
            <a:cxnSpLocks/>
            <a:stCxn id="42" idx="0"/>
            <a:endCxn id="71" idx="2"/>
          </p:cNvCxnSpPr>
          <p:nvPr/>
        </p:nvCxnSpPr>
        <p:spPr>
          <a:xfrm>
            <a:off x="9815300" y="3916899"/>
            <a:ext cx="375535" cy="179755"/>
          </a:xfrm>
          <a:prstGeom prst="bentConnector3">
            <a:avLst/>
          </a:prstGeom>
          <a:ln w="12700">
            <a:solidFill>
              <a:schemeClr val="bg2">
                <a:lumMod val="2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49" name="Connector: Elbow 48">
            <a:extLst>
              <a:ext uri="{FF2B5EF4-FFF2-40B4-BE49-F238E27FC236}">
                <a16:creationId xmlns:a16="http://schemas.microsoft.com/office/drawing/2014/main" id="{5B403F87-F9E9-392C-201F-F6C30C2CC666}"/>
              </a:ext>
            </a:extLst>
          </p:cNvPr>
          <p:cNvCxnSpPr>
            <a:cxnSpLocks/>
            <a:stCxn id="43" idx="0"/>
            <a:endCxn id="71" idx="2"/>
          </p:cNvCxnSpPr>
          <p:nvPr/>
        </p:nvCxnSpPr>
        <p:spPr>
          <a:xfrm flipV="1">
            <a:off x="9815301" y="4096654"/>
            <a:ext cx="375534" cy="197644"/>
          </a:xfrm>
          <a:prstGeom prst="bentConnector3">
            <a:avLst/>
          </a:prstGeom>
          <a:ln w="12700">
            <a:solidFill>
              <a:schemeClr val="bg2">
                <a:lumMod val="2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2" name="Connector: Elbow 51">
            <a:extLst>
              <a:ext uri="{FF2B5EF4-FFF2-40B4-BE49-F238E27FC236}">
                <a16:creationId xmlns:a16="http://schemas.microsoft.com/office/drawing/2014/main" id="{AA5DDEC0-B4B3-5426-6FB9-3C6A2F733DF9}"/>
              </a:ext>
            </a:extLst>
          </p:cNvPr>
          <p:cNvCxnSpPr>
            <a:cxnSpLocks/>
            <a:stCxn id="71" idx="1"/>
            <a:endCxn id="44" idx="0"/>
          </p:cNvCxnSpPr>
          <p:nvPr/>
        </p:nvCxnSpPr>
        <p:spPr>
          <a:xfrm rot="5400000">
            <a:off x="10071983" y="4049230"/>
            <a:ext cx="365785" cy="879149"/>
          </a:xfrm>
          <a:prstGeom prst="bentConnector2">
            <a:avLst/>
          </a:prstGeom>
          <a:ln w="12700">
            <a:solidFill>
              <a:schemeClr val="bg2">
                <a:lumMod val="2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8" name="Straight Connector 67">
            <a:extLst>
              <a:ext uri="{FF2B5EF4-FFF2-40B4-BE49-F238E27FC236}">
                <a16:creationId xmlns:a16="http://schemas.microsoft.com/office/drawing/2014/main" id="{79B223C0-FEC3-72C2-1408-ECBA3CA34AFA}"/>
              </a:ext>
            </a:extLst>
          </p:cNvPr>
          <p:cNvCxnSpPr>
            <a:cxnSpLocks/>
          </p:cNvCxnSpPr>
          <p:nvPr/>
        </p:nvCxnSpPr>
        <p:spPr>
          <a:xfrm>
            <a:off x="11452223" y="3744811"/>
            <a:ext cx="474" cy="1416614"/>
          </a:xfrm>
          <a:prstGeom prst="line">
            <a:avLst/>
          </a:prstGeom>
          <a:ln w="18000">
            <a:solidFill>
              <a:srgbClr val="CBCBCB"/>
            </a:solidFill>
            <a:prstDash val="dash"/>
          </a:ln>
        </p:spPr>
        <p:style>
          <a:lnRef idx="1">
            <a:schemeClr val="accent1"/>
          </a:lnRef>
          <a:fillRef idx="0">
            <a:schemeClr val="accent1"/>
          </a:fillRef>
          <a:effectRef idx="0">
            <a:schemeClr val="accent1"/>
          </a:effectRef>
          <a:fontRef idx="minor">
            <a:schemeClr val="tx1"/>
          </a:fontRef>
        </p:style>
      </p:cxnSp>
      <p:sp>
        <p:nvSpPr>
          <p:cNvPr id="71" name="Rectangle: Diagonal Corners Snipped 70">
            <a:extLst>
              <a:ext uri="{FF2B5EF4-FFF2-40B4-BE49-F238E27FC236}">
                <a16:creationId xmlns:a16="http://schemas.microsoft.com/office/drawing/2014/main" id="{2440C2C9-2F23-6735-CF9E-3ACBB0090A7E}"/>
              </a:ext>
            </a:extLst>
          </p:cNvPr>
          <p:cNvSpPr/>
          <p:nvPr/>
        </p:nvSpPr>
        <p:spPr>
          <a:xfrm>
            <a:off x="10190835" y="3887395"/>
            <a:ext cx="1007227" cy="418517"/>
          </a:xfrm>
          <a:prstGeom prst="snip2DiagRect">
            <a:avLst/>
          </a:prstGeom>
          <a:no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50" dirty="0">
                <a:solidFill>
                  <a:schemeClr val="bg2">
                    <a:lumMod val="25000"/>
                  </a:schemeClr>
                </a:solidFill>
              </a:rPr>
              <a:t>ESP32 (MC)</a:t>
            </a:r>
          </a:p>
        </p:txBody>
      </p:sp>
      <p:sp>
        <p:nvSpPr>
          <p:cNvPr id="74" name="Rectangle: Diagonal Corners Snipped 73">
            <a:extLst>
              <a:ext uri="{FF2B5EF4-FFF2-40B4-BE49-F238E27FC236}">
                <a16:creationId xmlns:a16="http://schemas.microsoft.com/office/drawing/2014/main" id="{64D20BCA-598A-3BD1-4F36-AAB90275D9D1}"/>
              </a:ext>
            </a:extLst>
          </p:cNvPr>
          <p:cNvSpPr/>
          <p:nvPr/>
        </p:nvSpPr>
        <p:spPr>
          <a:xfrm>
            <a:off x="11707332" y="3969710"/>
            <a:ext cx="1007227" cy="258794"/>
          </a:xfrm>
          <a:prstGeom prst="snip2DiagRect">
            <a:avLst/>
          </a:prstGeom>
          <a:no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50" dirty="0">
                <a:solidFill>
                  <a:schemeClr val="bg2">
                    <a:lumMod val="25000"/>
                  </a:schemeClr>
                </a:solidFill>
              </a:rPr>
              <a:t>Shift Register</a:t>
            </a:r>
          </a:p>
        </p:txBody>
      </p:sp>
      <p:sp>
        <p:nvSpPr>
          <p:cNvPr id="75" name="Rectangle: Diagonal Corners Snipped 74">
            <a:extLst>
              <a:ext uri="{FF2B5EF4-FFF2-40B4-BE49-F238E27FC236}">
                <a16:creationId xmlns:a16="http://schemas.microsoft.com/office/drawing/2014/main" id="{F44E936C-E406-6AC9-74FE-675581907706}"/>
              </a:ext>
            </a:extLst>
          </p:cNvPr>
          <p:cNvSpPr/>
          <p:nvPr/>
        </p:nvSpPr>
        <p:spPr>
          <a:xfrm>
            <a:off x="13002632" y="4047119"/>
            <a:ext cx="707308" cy="258794"/>
          </a:xfrm>
          <a:prstGeom prst="snip2DiagRect">
            <a:avLst/>
          </a:prstGeom>
          <a:no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50" dirty="0">
                <a:solidFill>
                  <a:schemeClr val="bg2">
                    <a:lumMod val="25000"/>
                  </a:schemeClr>
                </a:solidFill>
              </a:rPr>
              <a:t>Relay</a:t>
            </a:r>
          </a:p>
        </p:txBody>
      </p:sp>
      <p:sp>
        <p:nvSpPr>
          <p:cNvPr id="76" name="Rectangle: Diagonal Corners Snipped 75">
            <a:extLst>
              <a:ext uri="{FF2B5EF4-FFF2-40B4-BE49-F238E27FC236}">
                <a16:creationId xmlns:a16="http://schemas.microsoft.com/office/drawing/2014/main" id="{A39A9EFC-6F44-164C-CE64-BD0409D4E2B4}"/>
              </a:ext>
            </a:extLst>
          </p:cNvPr>
          <p:cNvSpPr/>
          <p:nvPr/>
        </p:nvSpPr>
        <p:spPr>
          <a:xfrm>
            <a:off x="12998876" y="4404808"/>
            <a:ext cx="707308" cy="258794"/>
          </a:xfrm>
          <a:prstGeom prst="snip2DiagRect">
            <a:avLst/>
          </a:prstGeom>
          <a:no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50" dirty="0">
                <a:solidFill>
                  <a:schemeClr val="bg2">
                    <a:lumMod val="25000"/>
                  </a:schemeClr>
                </a:solidFill>
              </a:rPr>
              <a:t>Relay</a:t>
            </a:r>
          </a:p>
        </p:txBody>
      </p:sp>
      <p:sp>
        <p:nvSpPr>
          <p:cNvPr id="78" name="TextBox 77">
            <a:extLst>
              <a:ext uri="{FF2B5EF4-FFF2-40B4-BE49-F238E27FC236}">
                <a16:creationId xmlns:a16="http://schemas.microsoft.com/office/drawing/2014/main" id="{968A0FB1-580D-3331-A26E-36EB10650752}"/>
              </a:ext>
            </a:extLst>
          </p:cNvPr>
          <p:cNvSpPr txBox="1"/>
          <p:nvPr/>
        </p:nvSpPr>
        <p:spPr>
          <a:xfrm>
            <a:off x="12996268" y="4564291"/>
            <a:ext cx="707307" cy="276999"/>
          </a:xfrm>
          <a:prstGeom prst="rect">
            <a:avLst/>
          </a:prstGeom>
          <a:noFill/>
        </p:spPr>
        <p:txBody>
          <a:bodyPr wrap="square" rtlCol="0" anchor="t">
            <a:spAutoFit/>
          </a:bodyPr>
          <a:lstStyle/>
          <a:p>
            <a:pPr algn="ctr"/>
            <a:r>
              <a:rPr lang="en-GB" sz="1200" dirty="0"/>
              <a:t>…</a:t>
            </a:r>
          </a:p>
        </p:txBody>
      </p:sp>
      <p:cxnSp>
        <p:nvCxnSpPr>
          <p:cNvPr id="81" name="Connector: Elbow 80">
            <a:extLst>
              <a:ext uri="{FF2B5EF4-FFF2-40B4-BE49-F238E27FC236}">
                <a16:creationId xmlns:a16="http://schemas.microsoft.com/office/drawing/2014/main" id="{6C9C5D28-9E9D-9008-B5AF-77E294536C79}"/>
              </a:ext>
            </a:extLst>
          </p:cNvPr>
          <p:cNvCxnSpPr>
            <a:cxnSpLocks/>
            <a:stCxn id="74" idx="0"/>
            <a:endCxn id="75" idx="2"/>
          </p:cNvCxnSpPr>
          <p:nvPr/>
        </p:nvCxnSpPr>
        <p:spPr>
          <a:xfrm>
            <a:off x="12714559" y="4099107"/>
            <a:ext cx="288073" cy="77409"/>
          </a:xfrm>
          <a:prstGeom prst="bentConnector3">
            <a:avLst>
              <a:gd name="adj1" fmla="val 50000"/>
            </a:avLst>
          </a:prstGeom>
          <a:ln w="12700">
            <a:solidFill>
              <a:schemeClr val="bg2">
                <a:lumMod val="2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Connector: Elbow 83">
            <a:extLst>
              <a:ext uri="{FF2B5EF4-FFF2-40B4-BE49-F238E27FC236}">
                <a16:creationId xmlns:a16="http://schemas.microsoft.com/office/drawing/2014/main" id="{23695738-94BF-4C43-3025-927582618AA5}"/>
              </a:ext>
            </a:extLst>
          </p:cNvPr>
          <p:cNvCxnSpPr>
            <a:cxnSpLocks/>
            <a:stCxn id="74" idx="0"/>
            <a:endCxn id="76" idx="2"/>
          </p:cNvCxnSpPr>
          <p:nvPr/>
        </p:nvCxnSpPr>
        <p:spPr>
          <a:xfrm>
            <a:off x="12714559" y="4099107"/>
            <a:ext cx="284317" cy="435098"/>
          </a:xfrm>
          <a:prstGeom prst="bentConnector3">
            <a:avLst>
              <a:gd name="adj1" fmla="val 50000"/>
            </a:avLst>
          </a:prstGeom>
          <a:ln w="12700">
            <a:solidFill>
              <a:schemeClr val="bg2">
                <a:lumMod val="2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9" name="Straight Connector 88">
            <a:extLst>
              <a:ext uri="{FF2B5EF4-FFF2-40B4-BE49-F238E27FC236}">
                <a16:creationId xmlns:a16="http://schemas.microsoft.com/office/drawing/2014/main" id="{9265AD32-E5DF-288C-B3D9-A040695E4F7C}"/>
              </a:ext>
            </a:extLst>
          </p:cNvPr>
          <p:cNvCxnSpPr>
            <a:cxnSpLocks/>
          </p:cNvCxnSpPr>
          <p:nvPr/>
        </p:nvCxnSpPr>
        <p:spPr>
          <a:xfrm>
            <a:off x="13966823" y="3744751"/>
            <a:ext cx="0" cy="1416674"/>
          </a:xfrm>
          <a:prstGeom prst="line">
            <a:avLst/>
          </a:prstGeom>
          <a:ln w="18000">
            <a:solidFill>
              <a:srgbClr val="CBCBCB"/>
            </a:solidFill>
            <a:prstDash val="dash"/>
          </a:ln>
        </p:spPr>
        <p:style>
          <a:lnRef idx="1">
            <a:schemeClr val="accent1"/>
          </a:lnRef>
          <a:fillRef idx="0">
            <a:schemeClr val="accent1"/>
          </a:fillRef>
          <a:effectRef idx="0">
            <a:schemeClr val="accent1"/>
          </a:effectRef>
          <a:fontRef idx="minor">
            <a:schemeClr val="tx1"/>
          </a:fontRef>
        </p:style>
      </p:cxnSp>
      <p:sp>
        <p:nvSpPr>
          <p:cNvPr id="90" name="Rectangle: Diagonal Corners Snipped 89">
            <a:extLst>
              <a:ext uri="{FF2B5EF4-FFF2-40B4-BE49-F238E27FC236}">
                <a16:creationId xmlns:a16="http://schemas.microsoft.com/office/drawing/2014/main" id="{7B39DBD5-263A-B54A-0AFC-EE5C9DA42F74}"/>
              </a:ext>
            </a:extLst>
          </p:cNvPr>
          <p:cNvSpPr/>
          <p:nvPr/>
        </p:nvSpPr>
        <p:spPr>
          <a:xfrm>
            <a:off x="14223707" y="4137811"/>
            <a:ext cx="707308" cy="258794"/>
          </a:xfrm>
          <a:prstGeom prst="snip2DiagRect">
            <a:avLst/>
          </a:prstGeom>
          <a:no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50" dirty="0">
                <a:solidFill>
                  <a:schemeClr val="bg2">
                    <a:lumMod val="25000"/>
                  </a:schemeClr>
                </a:solidFill>
              </a:rPr>
              <a:t>Valve</a:t>
            </a:r>
          </a:p>
        </p:txBody>
      </p:sp>
      <p:sp>
        <p:nvSpPr>
          <p:cNvPr id="91" name="Rectangle: Diagonal Corners Snipped 90">
            <a:extLst>
              <a:ext uri="{FF2B5EF4-FFF2-40B4-BE49-F238E27FC236}">
                <a16:creationId xmlns:a16="http://schemas.microsoft.com/office/drawing/2014/main" id="{3AC2D900-A681-FAB3-F753-2FFA763B0CBA}"/>
              </a:ext>
            </a:extLst>
          </p:cNvPr>
          <p:cNvSpPr/>
          <p:nvPr/>
        </p:nvSpPr>
        <p:spPr>
          <a:xfrm>
            <a:off x="14223707" y="4490844"/>
            <a:ext cx="707308" cy="258794"/>
          </a:xfrm>
          <a:prstGeom prst="snip2DiagRect">
            <a:avLst/>
          </a:prstGeom>
          <a:no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50" dirty="0">
                <a:solidFill>
                  <a:schemeClr val="bg2">
                    <a:lumMod val="25000"/>
                  </a:schemeClr>
                </a:solidFill>
              </a:rPr>
              <a:t>Pump</a:t>
            </a:r>
          </a:p>
        </p:txBody>
      </p:sp>
      <p:sp>
        <p:nvSpPr>
          <p:cNvPr id="92" name="TextBox 91">
            <a:extLst>
              <a:ext uri="{FF2B5EF4-FFF2-40B4-BE49-F238E27FC236}">
                <a16:creationId xmlns:a16="http://schemas.microsoft.com/office/drawing/2014/main" id="{AA38F89A-3C42-978F-DB81-B8412705A4C3}"/>
              </a:ext>
            </a:extLst>
          </p:cNvPr>
          <p:cNvSpPr txBox="1"/>
          <p:nvPr/>
        </p:nvSpPr>
        <p:spPr>
          <a:xfrm>
            <a:off x="14220639" y="4640099"/>
            <a:ext cx="707307" cy="276999"/>
          </a:xfrm>
          <a:prstGeom prst="rect">
            <a:avLst/>
          </a:prstGeom>
          <a:noFill/>
        </p:spPr>
        <p:txBody>
          <a:bodyPr wrap="square" rtlCol="0" anchor="t">
            <a:spAutoFit/>
          </a:bodyPr>
          <a:lstStyle/>
          <a:p>
            <a:pPr algn="ctr"/>
            <a:r>
              <a:rPr lang="en-GB" sz="1200" dirty="0"/>
              <a:t>…</a:t>
            </a:r>
          </a:p>
        </p:txBody>
      </p:sp>
      <p:cxnSp>
        <p:nvCxnSpPr>
          <p:cNvPr id="93" name="Connector: Elbow 92">
            <a:extLst>
              <a:ext uri="{FF2B5EF4-FFF2-40B4-BE49-F238E27FC236}">
                <a16:creationId xmlns:a16="http://schemas.microsoft.com/office/drawing/2014/main" id="{4AED7251-9C0F-1AA4-F858-308130F2102C}"/>
              </a:ext>
            </a:extLst>
          </p:cNvPr>
          <p:cNvCxnSpPr>
            <a:cxnSpLocks/>
            <a:stCxn id="75" idx="0"/>
            <a:endCxn id="90" idx="2"/>
          </p:cNvCxnSpPr>
          <p:nvPr/>
        </p:nvCxnSpPr>
        <p:spPr>
          <a:xfrm>
            <a:off x="13709940" y="4176516"/>
            <a:ext cx="513767" cy="90692"/>
          </a:xfrm>
          <a:prstGeom prst="bentConnector3">
            <a:avLst>
              <a:gd name="adj1" fmla="val 50000"/>
            </a:avLst>
          </a:prstGeom>
          <a:ln w="12700">
            <a:solidFill>
              <a:schemeClr val="bg2">
                <a:lumMod val="2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96" name="Connector: Elbow 95">
            <a:extLst>
              <a:ext uri="{FF2B5EF4-FFF2-40B4-BE49-F238E27FC236}">
                <a16:creationId xmlns:a16="http://schemas.microsoft.com/office/drawing/2014/main" id="{947F7C96-8D90-2618-9334-A6AC53D05C54}"/>
              </a:ext>
            </a:extLst>
          </p:cNvPr>
          <p:cNvCxnSpPr>
            <a:cxnSpLocks/>
            <a:stCxn id="76" idx="0"/>
            <a:endCxn id="91" idx="2"/>
          </p:cNvCxnSpPr>
          <p:nvPr/>
        </p:nvCxnSpPr>
        <p:spPr>
          <a:xfrm>
            <a:off x="13706184" y="4534205"/>
            <a:ext cx="517523" cy="86036"/>
          </a:xfrm>
          <a:prstGeom prst="bentConnector3">
            <a:avLst>
              <a:gd name="adj1" fmla="val 50000"/>
            </a:avLst>
          </a:prstGeom>
          <a:ln w="12700">
            <a:solidFill>
              <a:schemeClr val="bg2">
                <a:lumMod val="2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14" name="Rectangle: Diagonal Corners Snipped 113">
            <a:extLst>
              <a:ext uri="{FF2B5EF4-FFF2-40B4-BE49-F238E27FC236}">
                <a16:creationId xmlns:a16="http://schemas.microsoft.com/office/drawing/2014/main" id="{17DA5A23-0F57-6574-C29D-50891D58AF87}"/>
              </a:ext>
            </a:extLst>
          </p:cNvPr>
          <p:cNvSpPr/>
          <p:nvPr/>
        </p:nvSpPr>
        <p:spPr>
          <a:xfrm>
            <a:off x="11596379" y="4644881"/>
            <a:ext cx="1007227" cy="258794"/>
          </a:xfrm>
          <a:prstGeom prst="snip2DiagRect">
            <a:avLst/>
          </a:prstGeom>
          <a:no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50" dirty="0">
                <a:solidFill>
                  <a:schemeClr val="bg2">
                    <a:lumMod val="25000"/>
                  </a:schemeClr>
                </a:solidFill>
              </a:rPr>
              <a:t>Shift Register</a:t>
            </a:r>
          </a:p>
        </p:txBody>
      </p:sp>
      <p:cxnSp>
        <p:nvCxnSpPr>
          <p:cNvPr id="115" name="Connector: Elbow 114">
            <a:extLst>
              <a:ext uri="{FF2B5EF4-FFF2-40B4-BE49-F238E27FC236}">
                <a16:creationId xmlns:a16="http://schemas.microsoft.com/office/drawing/2014/main" id="{2648F29E-2267-A9CE-459D-1A2C895B53D5}"/>
              </a:ext>
            </a:extLst>
          </p:cNvPr>
          <p:cNvCxnSpPr>
            <a:cxnSpLocks/>
            <a:stCxn id="74" idx="1"/>
            <a:endCxn id="114" idx="3"/>
          </p:cNvCxnSpPr>
          <p:nvPr/>
        </p:nvCxnSpPr>
        <p:spPr>
          <a:xfrm rot="5400000">
            <a:off x="11947282" y="4381216"/>
            <a:ext cx="416377" cy="110953"/>
          </a:xfrm>
          <a:prstGeom prst="bentConnector3">
            <a:avLst>
              <a:gd name="adj1" fmla="val 50000"/>
            </a:avLst>
          </a:prstGeom>
          <a:ln w="12700">
            <a:solidFill>
              <a:schemeClr val="bg2">
                <a:lumMod val="2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19" name="TextBox 118">
            <a:extLst>
              <a:ext uri="{FF2B5EF4-FFF2-40B4-BE49-F238E27FC236}">
                <a16:creationId xmlns:a16="http://schemas.microsoft.com/office/drawing/2014/main" id="{5A12A2D6-0EF5-108D-EBE9-471CBA0E6CCE}"/>
              </a:ext>
            </a:extLst>
          </p:cNvPr>
          <p:cNvSpPr txBox="1"/>
          <p:nvPr/>
        </p:nvSpPr>
        <p:spPr>
          <a:xfrm>
            <a:off x="11599450" y="4801094"/>
            <a:ext cx="1007223" cy="276999"/>
          </a:xfrm>
          <a:prstGeom prst="rect">
            <a:avLst/>
          </a:prstGeom>
          <a:noFill/>
        </p:spPr>
        <p:txBody>
          <a:bodyPr wrap="square" rtlCol="0" anchor="t">
            <a:spAutoFit/>
          </a:bodyPr>
          <a:lstStyle/>
          <a:p>
            <a:pPr algn="ctr"/>
            <a:r>
              <a:rPr lang="en-GB" sz="1200" dirty="0"/>
              <a:t>…</a:t>
            </a:r>
          </a:p>
        </p:txBody>
      </p:sp>
      <p:cxnSp>
        <p:nvCxnSpPr>
          <p:cNvPr id="137" name="Straight Arrow Connector 136">
            <a:extLst>
              <a:ext uri="{FF2B5EF4-FFF2-40B4-BE49-F238E27FC236}">
                <a16:creationId xmlns:a16="http://schemas.microsoft.com/office/drawing/2014/main" id="{152C065C-C4A7-7356-FCBA-DCFB3CCD518C}"/>
              </a:ext>
            </a:extLst>
          </p:cNvPr>
          <p:cNvCxnSpPr>
            <a:cxnSpLocks/>
            <a:stCxn id="71" idx="0"/>
            <a:endCxn id="74" idx="2"/>
          </p:cNvCxnSpPr>
          <p:nvPr/>
        </p:nvCxnSpPr>
        <p:spPr>
          <a:xfrm>
            <a:off x="11198062" y="4096654"/>
            <a:ext cx="509270" cy="2453"/>
          </a:xfrm>
          <a:prstGeom prst="straightConnector1">
            <a:avLst/>
          </a:prstGeom>
          <a:ln w="6350">
            <a:solidFill>
              <a:schemeClr val="bg2">
                <a:lumMod val="2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39" name="Rectangle: Diagonal Corners Snipped 138">
            <a:extLst>
              <a:ext uri="{FF2B5EF4-FFF2-40B4-BE49-F238E27FC236}">
                <a16:creationId xmlns:a16="http://schemas.microsoft.com/office/drawing/2014/main" id="{72B4694D-A0F0-A547-DB86-9A2593AF61AD}"/>
              </a:ext>
            </a:extLst>
          </p:cNvPr>
          <p:cNvSpPr/>
          <p:nvPr/>
        </p:nvSpPr>
        <p:spPr>
          <a:xfrm>
            <a:off x="9794258" y="9456508"/>
            <a:ext cx="1007227" cy="418517"/>
          </a:xfrm>
          <a:prstGeom prst="snip2DiagRect">
            <a:avLst/>
          </a:prstGeom>
          <a:no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50" dirty="0">
                <a:solidFill>
                  <a:schemeClr val="bg2">
                    <a:lumMod val="25000"/>
                  </a:schemeClr>
                </a:solidFill>
              </a:rPr>
              <a:t>Program Flow</a:t>
            </a:r>
          </a:p>
        </p:txBody>
      </p:sp>
      <p:sp>
        <p:nvSpPr>
          <p:cNvPr id="140" name="Rectangle: Diagonal Corners Snipped 139">
            <a:extLst>
              <a:ext uri="{FF2B5EF4-FFF2-40B4-BE49-F238E27FC236}">
                <a16:creationId xmlns:a16="http://schemas.microsoft.com/office/drawing/2014/main" id="{0676AE62-DA92-D7CC-32B3-E4E721C07E74}"/>
              </a:ext>
            </a:extLst>
          </p:cNvPr>
          <p:cNvSpPr/>
          <p:nvPr/>
        </p:nvSpPr>
        <p:spPr>
          <a:xfrm>
            <a:off x="9794258" y="9007051"/>
            <a:ext cx="1007227" cy="258794"/>
          </a:xfrm>
          <a:prstGeom prst="snip2DiagRect">
            <a:avLst/>
          </a:prstGeom>
          <a:no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50" dirty="0">
                <a:solidFill>
                  <a:schemeClr val="bg2">
                    <a:lumMod val="25000"/>
                  </a:schemeClr>
                </a:solidFill>
              </a:rPr>
              <a:t>Wi-Fi</a:t>
            </a:r>
          </a:p>
        </p:txBody>
      </p:sp>
      <p:sp>
        <p:nvSpPr>
          <p:cNvPr id="141" name="Rectangle: Diagonal Corners Snipped 140">
            <a:extLst>
              <a:ext uri="{FF2B5EF4-FFF2-40B4-BE49-F238E27FC236}">
                <a16:creationId xmlns:a16="http://schemas.microsoft.com/office/drawing/2014/main" id="{1D22AD3D-3934-5C8C-AF7D-72CF3269236A}"/>
              </a:ext>
            </a:extLst>
          </p:cNvPr>
          <p:cNvSpPr/>
          <p:nvPr/>
        </p:nvSpPr>
        <p:spPr>
          <a:xfrm>
            <a:off x="9786759" y="8558634"/>
            <a:ext cx="1007227" cy="258794"/>
          </a:xfrm>
          <a:prstGeom prst="snip2DiagRect">
            <a:avLst/>
          </a:prstGeom>
          <a:no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50" dirty="0">
                <a:solidFill>
                  <a:schemeClr val="bg2">
                    <a:lumMod val="25000"/>
                  </a:schemeClr>
                </a:solidFill>
              </a:rPr>
              <a:t>Website</a:t>
            </a:r>
          </a:p>
        </p:txBody>
      </p:sp>
      <p:sp>
        <p:nvSpPr>
          <p:cNvPr id="142" name="Rectangle: Diagonal Corners Snipped 141">
            <a:extLst>
              <a:ext uri="{FF2B5EF4-FFF2-40B4-BE49-F238E27FC236}">
                <a16:creationId xmlns:a16="http://schemas.microsoft.com/office/drawing/2014/main" id="{72F93AA0-2CA5-C2FD-25F2-0E329E5E5EFB}"/>
              </a:ext>
            </a:extLst>
          </p:cNvPr>
          <p:cNvSpPr/>
          <p:nvPr/>
        </p:nvSpPr>
        <p:spPr>
          <a:xfrm>
            <a:off x="11203473" y="8558634"/>
            <a:ext cx="784748" cy="258794"/>
          </a:xfrm>
          <a:prstGeom prst="snip2DiagRect">
            <a:avLst/>
          </a:prstGeom>
          <a:no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50" dirty="0">
                <a:solidFill>
                  <a:schemeClr val="bg2">
                    <a:lumMod val="25000"/>
                  </a:schemeClr>
                </a:solidFill>
              </a:rPr>
              <a:t>Config</a:t>
            </a:r>
          </a:p>
        </p:txBody>
      </p:sp>
      <p:sp>
        <p:nvSpPr>
          <p:cNvPr id="146" name="Rectangle: Diagonal Corners Snipped 145">
            <a:extLst>
              <a:ext uri="{FF2B5EF4-FFF2-40B4-BE49-F238E27FC236}">
                <a16:creationId xmlns:a16="http://schemas.microsoft.com/office/drawing/2014/main" id="{A7D8302D-FEDB-FEFC-4BCA-BDB02D892536}"/>
              </a:ext>
            </a:extLst>
          </p:cNvPr>
          <p:cNvSpPr/>
          <p:nvPr/>
        </p:nvSpPr>
        <p:spPr>
          <a:xfrm>
            <a:off x="11222702" y="9536370"/>
            <a:ext cx="765519" cy="258794"/>
          </a:xfrm>
          <a:prstGeom prst="snip2DiagRect">
            <a:avLst/>
          </a:prstGeom>
          <a:no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50" dirty="0">
                <a:solidFill>
                  <a:schemeClr val="bg2">
                    <a:lumMod val="25000"/>
                  </a:schemeClr>
                </a:solidFill>
              </a:rPr>
              <a:t>Routines</a:t>
            </a:r>
          </a:p>
        </p:txBody>
      </p:sp>
      <p:sp>
        <p:nvSpPr>
          <p:cNvPr id="148" name="Rectangle: Diagonal Corners Snipped 147">
            <a:extLst>
              <a:ext uri="{FF2B5EF4-FFF2-40B4-BE49-F238E27FC236}">
                <a16:creationId xmlns:a16="http://schemas.microsoft.com/office/drawing/2014/main" id="{DE0F1C8D-AF5B-38C4-87AD-2D6E2409D5F1}"/>
              </a:ext>
            </a:extLst>
          </p:cNvPr>
          <p:cNvSpPr/>
          <p:nvPr/>
        </p:nvSpPr>
        <p:spPr>
          <a:xfrm>
            <a:off x="9794258" y="10065688"/>
            <a:ext cx="1007227" cy="258794"/>
          </a:xfrm>
          <a:prstGeom prst="snip2DiagRect">
            <a:avLst/>
          </a:prstGeom>
          <a:no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50" dirty="0">
                <a:solidFill>
                  <a:schemeClr val="bg2">
                    <a:lumMod val="25000"/>
                  </a:schemeClr>
                </a:solidFill>
              </a:rPr>
              <a:t>Time</a:t>
            </a:r>
          </a:p>
        </p:txBody>
      </p:sp>
      <p:cxnSp>
        <p:nvCxnSpPr>
          <p:cNvPr id="150" name="Straight Arrow Connector 149">
            <a:extLst>
              <a:ext uri="{FF2B5EF4-FFF2-40B4-BE49-F238E27FC236}">
                <a16:creationId xmlns:a16="http://schemas.microsoft.com/office/drawing/2014/main" id="{D1A4C853-8BF1-1430-4F1A-1B1BB687ED01}"/>
              </a:ext>
            </a:extLst>
          </p:cNvPr>
          <p:cNvCxnSpPr>
            <a:cxnSpLocks/>
            <a:stCxn id="139" idx="3"/>
            <a:endCxn id="140" idx="1"/>
          </p:cNvCxnSpPr>
          <p:nvPr/>
        </p:nvCxnSpPr>
        <p:spPr>
          <a:xfrm flipV="1">
            <a:off x="10297872" y="9265845"/>
            <a:ext cx="0" cy="190663"/>
          </a:xfrm>
          <a:prstGeom prst="straightConnector1">
            <a:avLst/>
          </a:prstGeom>
          <a:ln>
            <a:solidFill>
              <a:schemeClr val="bg2">
                <a:lumMod val="25000"/>
              </a:schemeClr>
            </a:solidFill>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152" name="Straight Arrow Connector 151">
            <a:extLst>
              <a:ext uri="{FF2B5EF4-FFF2-40B4-BE49-F238E27FC236}">
                <a16:creationId xmlns:a16="http://schemas.microsoft.com/office/drawing/2014/main" id="{5082FB55-092E-1F8A-4BCC-E7BD0445D793}"/>
              </a:ext>
            </a:extLst>
          </p:cNvPr>
          <p:cNvCxnSpPr>
            <a:cxnSpLocks/>
            <a:stCxn id="140" idx="3"/>
            <a:endCxn id="141" idx="1"/>
          </p:cNvCxnSpPr>
          <p:nvPr/>
        </p:nvCxnSpPr>
        <p:spPr>
          <a:xfrm flipH="1" flipV="1">
            <a:off x="10290373" y="8817428"/>
            <a:ext cx="7499" cy="189623"/>
          </a:xfrm>
          <a:prstGeom prst="straightConnector1">
            <a:avLst/>
          </a:prstGeom>
          <a:ln>
            <a:solidFill>
              <a:schemeClr val="bg2">
                <a:lumMod val="25000"/>
              </a:schemeClr>
            </a:solidFill>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157" name="Straight Arrow Connector 156">
            <a:extLst>
              <a:ext uri="{FF2B5EF4-FFF2-40B4-BE49-F238E27FC236}">
                <a16:creationId xmlns:a16="http://schemas.microsoft.com/office/drawing/2014/main" id="{1F74BBC7-6FDE-A6C3-CAA3-E019B53BA2B0}"/>
              </a:ext>
            </a:extLst>
          </p:cNvPr>
          <p:cNvCxnSpPr>
            <a:cxnSpLocks/>
            <a:stCxn id="142" idx="2"/>
            <a:endCxn id="141" idx="0"/>
          </p:cNvCxnSpPr>
          <p:nvPr/>
        </p:nvCxnSpPr>
        <p:spPr>
          <a:xfrm flipH="1">
            <a:off x="10793986" y="8688031"/>
            <a:ext cx="409487" cy="0"/>
          </a:xfrm>
          <a:prstGeom prst="straightConnector1">
            <a:avLst/>
          </a:prstGeom>
          <a:ln>
            <a:solidFill>
              <a:schemeClr val="bg2">
                <a:lumMod val="2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59" name="Straight Arrow Connector 158">
            <a:extLst>
              <a:ext uri="{FF2B5EF4-FFF2-40B4-BE49-F238E27FC236}">
                <a16:creationId xmlns:a16="http://schemas.microsoft.com/office/drawing/2014/main" id="{6A6D25F0-6F64-E123-4AA9-3AF296331E17}"/>
              </a:ext>
            </a:extLst>
          </p:cNvPr>
          <p:cNvCxnSpPr>
            <a:cxnSpLocks/>
            <a:stCxn id="146" idx="2"/>
            <a:endCxn id="139" idx="0"/>
          </p:cNvCxnSpPr>
          <p:nvPr/>
        </p:nvCxnSpPr>
        <p:spPr>
          <a:xfrm flipH="1">
            <a:off x="10801485" y="9665767"/>
            <a:ext cx="421217" cy="0"/>
          </a:xfrm>
          <a:prstGeom prst="straightConnector1">
            <a:avLst/>
          </a:prstGeom>
          <a:ln>
            <a:solidFill>
              <a:schemeClr val="bg2">
                <a:lumMod val="25000"/>
              </a:schemeClr>
            </a:solidFill>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168" name="Straight Arrow Connector 167">
            <a:extLst>
              <a:ext uri="{FF2B5EF4-FFF2-40B4-BE49-F238E27FC236}">
                <a16:creationId xmlns:a16="http://schemas.microsoft.com/office/drawing/2014/main" id="{6F3777AF-2343-75E6-5EAA-0C5B07FAA2C3}"/>
              </a:ext>
            </a:extLst>
          </p:cNvPr>
          <p:cNvCxnSpPr>
            <a:cxnSpLocks/>
            <a:stCxn id="139" idx="1"/>
            <a:endCxn id="148" idx="3"/>
          </p:cNvCxnSpPr>
          <p:nvPr/>
        </p:nvCxnSpPr>
        <p:spPr>
          <a:xfrm>
            <a:off x="10297872" y="9875025"/>
            <a:ext cx="0" cy="190663"/>
          </a:xfrm>
          <a:prstGeom prst="straightConnector1">
            <a:avLst/>
          </a:prstGeom>
          <a:ln>
            <a:solidFill>
              <a:schemeClr val="bg2">
                <a:lumMod val="2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71" name="Connector: Elbow 170">
            <a:extLst>
              <a:ext uri="{FF2B5EF4-FFF2-40B4-BE49-F238E27FC236}">
                <a16:creationId xmlns:a16="http://schemas.microsoft.com/office/drawing/2014/main" id="{D73C926A-A4E8-6697-7736-300C0C4FCD85}"/>
              </a:ext>
            </a:extLst>
          </p:cNvPr>
          <p:cNvCxnSpPr>
            <a:cxnSpLocks/>
            <a:stCxn id="148" idx="0"/>
            <a:endCxn id="146" idx="1"/>
          </p:cNvCxnSpPr>
          <p:nvPr/>
        </p:nvCxnSpPr>
        <p:spPr>
          <a:xfrm flipV="1">
            <a:off x="10801485" y="9795164"/>
            <a:ext cx="803977" cy="399921"/>
          </a:xfrm>
          <a:prstGeom prst="bentConnector2">
            <a:avLst/>
          </a:prstGeom>
          <a:ln w="12700">
            <a:solidFill>
              <a:schemeClr val="bg2">
                <a:lumMod val="2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74" name="Rectangle: Diagonal Corners Snipped 173">
            <a:extLst>
              <a:ext uri="{FF2B5EF4-FFF2-40B4-BE49-F238E27FC236}">
                <a16:creationId xmlns:a16="http://schemas.microsoft.com/office/drawing/2014/main" id="{B0CA07B8-2FF9-2A1D-4D62-18C318C5E1D5}"/>
              </a:ext>
            </a:extLst>
          </p:cNvPr>
          <p:cNvSpPr/>
          <p:nvPr/>
        </p:nvSpPr>
        <p:spPr>
          <a:xfrm>
            <a:off x="12409438" y="9536369"/>
            <a:ext cx="1007226" cy="258794"/>
          </a:xfrm>
          <a:prstGeom prst="snip2DiagRect">
            <a:avLst/>
          </a:prstGeom>
          <a:no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50" dirty="0">
                <a:solidFill>
                  <a:schemeClr val="bg2">
                    <a:lumMod val="25000"/>
                  </a:schemeClr>
                </a:solidFill>
              </a:rPr>
              <a:t>Ports Driver</a:t>
            </a:r>
          </a:p>
        </p:txBody>
      </p:sp>
      <p:cxnSp>
        <p:nvCxnSpPr>
          <p:cNvPr id="175" name="Straight Arrow Connector 174">
            <a:extLst>
              <a:ext uri="{FF2B5EF4-FFF2-40B4-BE49-F238E27FC236}">
                <a16:creationId xmlns:a16="http://schemas.microsoft.com/office/drawing/2014/main" id="{444D8D5F-D5DF-F174-E491-1ECB47D718C7}"/>
              </a:ext>
            </a:extLst>
          </p:cNvPr>
          <p:cNvCxnSpPr>
            <a:cxnSpLocks/>
            <a:stCxn id="146" idx="0"/>
            <a:endCxn id="174" idx="2"/>
          </p:cNvCxnSpPr>
          <p:nvPr/>
        </p:nvCxnSpPr>
        <p:spPr>
          <a:xfrm flipV="1">
            <a:off x="11988221" y="9665766"/>
            <a:ext cx="421217" cy="1"/>
          </a:xfrm>
          <a:prstGeom prst="straightConnector1">
            <a:avLst/>
          </a:prstGeom>
          <a:ln>
            <a:solidFill>
              <a:schemeClr val="bg2">
                <a:lumMod val="25000"/>
              </a:schemeClr>
            </a:solidFill>
            <a:tailEnd type="triangle"/>
          </a:ln>
        </p:spPr>
        <p:style>
          <a:lnRef idx="2">
            <a:schemeClr val="accent1"/>
          </a:lnRef>
          <a:fillRef idx="0">
            <a:schemeClr val="accent1"/>
          </a:fillRef>
          <a:effectRef idx="1">
            <a:schemeClr val="accent1"/>
          </a:effectRef>
          <a:fontRef idx="minor">
            <a:schemeClr val="tx1"/>
          </a:fontRef>
        </p:style>
      </p:cxnSp>
      <p:pic>
        <p:nvPicPr>
          <p:cNvPr id="185" name="Picture 184">
            <a:extLst>
              <a:ext uri="{FF2B5EF4-FFF2-40B4-BE49-F238E27FC236}">
                <a16:creationId xmlns:a16="http://schemas.microsoft.com/office/drawing/2014/main" id="{E8460734-C34F-7C8E-0974-B87BF0615870}"/>
              </a:ext>
            </a:extLst>
          </p:cNvPr>
          <p:cNvPicPr>
            <a:picLocks noChangeAspect="1"/>
          </p:cNvPicPr>
          <p:nvPr/>
        </p:nvPicPr>
        <p:blipFill>
          <a:blip r:embed="rId4"/>
          <a:srcRect l="24252" t="10959" r="12712" b="14102"/>
          <a:stretch>
            <a:fillRect/>
          </a:stretch>
        </p:blipFill>
        <p:spPr>
          <a:xfrm>
            <a:off x="4936811" y="7690990"/>
            <a:ext cx="4361333" cy="2916487"/>
          </a:xfrm>
          <a:prstGeom prst="rect">
            <a:avLst/>
          </a:prstGeom>
        </p:spPr>
      </p:pic>
      <p:sp>
        <p:nvSpPr>
          <p:cNvPr id="186" name="TextBox 185">
            <a:extLst>
              <a:ext uri="{FF2B5EF4-FFF2-40B4-BE49-F238E27FC236}">
                <a16:creationId xmlns:a16="http://schemas.microsoft.com/office/drawing/2014/main" id="{24B580D5-EDE5-00EB-EB0E-E279E9B1F86A}"/>
              </a:ext>
            </a:extLst>
          </p:cNvPr>
          <p:cNvSpPr txBox="1"/>
          <p:nvPr/>
        </p:nvSpPr>
        <p:spPr>
          <a:xfrm rot="19798013">
            <a:off x="6235129" y="8692065"/>
            <a:ext cx="1877437" cy="338554"/>
          </a:xfrm>
          <a:prstGeom prst="rect">
            <a:avLst/>
          </a:prstGeom>
          <a:noFill/>
        </p:spPr>
        <p:txBody>
          <a:bodyPr wrap="none" rtlCol="0">
            <a:spAutoFit/>
          </a:bodyPr>
          <a:lstStyle/>
          <a:p>
            <a:r>
              <a:rPr lang="en-GB" sz="1600" dirty="0">
                <a:latin typeface="Segoe UI Light" panose="020B0502040204020203" pitchFamily="34" charset="0"/>
                <a:cs typeface="Segoe UI Light" panose="020B0502040204020203" pitchFamily="34" charset="0"/>
              </a:rPr>
              <a:t>Command Module</a:t>
            </a:r>
          </a:p>
        </p:txBody>
      </p:sp>
      <p:sp>
        <p:nvSpPr>
          <p:cNvPr id="187" name="TextBox 186">
            <a:extLst>
              <a:ext uri="{FF2B5EF4-FFF2-40B4-BE49-F238E27FC236}">
                <a16:creationId xmlns:a16="http://schemas.microsoft.com/office/drawing/2014/main" id="{7EF07108-3F76-8740-CEBF-0292BEFD6777}"/>
              </a:ext>
            </a:extLst>
          </p:cNvPr>
          <p:cNvSpPr txBox="1"/>
          <p:nvPr/>
        </p:nvSpPr>
        <p:spPr>
          <a:xfrm rot="19798013">
            <a:off x="7119974" y="9109633"/>
            <a:ext cx="1446230" cy="338554"/>
          </a:xfrm>
          <a:prstGeom prst="rect">
            <a:avLst/>
          </a:prstGeom>
          <a:noFill/>
        </p:spPr>
        <p:txBody>
          <a:bodyPr wrap="none" rtlCol="0">
            <a:spAutoFit/>
          </a:bodyPr>
          <a:lstStyle/>
          <a:p>
            <a:r>
              <a:rPr lang="en-GB" sz="1600" dirty="0">
                <a:latin typeface="Segoe UI Light" panose="020B0502040204020203" pitchFamily="34" charset="0"/>
                <a:cs typeface="Segoe UI Light" panose="020B0502040204020203" pitchFamily="34" charset="0"/>
              </a:rPr>
              <a:t>Switch Module</a:t>
            </a:r>
          </a:p>
        </p:txBody>
      </p:sp>
      <p:sp>
        <p:nvSpPr>
          <p:cNvPr id="188" name="TextBox 187">
            <a:extLst>
              <a:ext uri="{FF2B5EF4-FFF2-40B4-BE49-F238E27FC236}">
                <a16:creationId xmlns:a16="http://schemas.microsoft.com/office/drawing/2014/main" id="{C0631315-D408-86E4-49BA-8BA40CD5E606}"/>
              </a:ext>
            </a:extLst>
          </p:cNvPr>
          <p:cNvSpPr txBox="1"/>
          <p:nvPr/>
        </p:nvSpPr>
        <p:spPr>
          <a:xfrm rot="19798013">
            <a:off x="5606160" y="8260937"/>
            <a:ext cx="1340560" cy="338554"/>
          </a:xfrm>
          <a:prstGeom prst="rect">
            <a:avLst/>
          </a:prstGeom>
          <a:noFill/>
        </p:spPr>
        <p:txBody>
          <a:bodyPr wrap="none" rtlCol="0">
            <a:spAutoFit/>
          </a:bodyPr>
          <a:lstStyle/>
          <a:p>
            <a:r>
              <a:rPr lang="en-GB" sz="1600" dirty="0">
                <a:latin typeface="Segoe UI Light" panose="020B0502040204020203" pitchFamily="34" charset="0"/>
                <a:cs typeface="Segoe UI Light" panose="020B0502040204020203" pitchFamily="34" charset="0"/>
              </a:rPr>
              <a:t>Valve Module</a:t>
            </a:r>
          </a:p>
        </p:txBody>
      </p:sp>
      <p:sp>
        <p:nvSpPr>
          <p:cNvPr id="189" name="Rectangle: Diagonal Corners Snipped 188">
            <a:extLst>
              <a:ext uri="{FF2B5EF4-FFF2-40B4-BE49-F238E27FC236}">
                <a16:creationId xmlns:a16="http://schemas.microsoft.com/office/drawing/2014/main" id="{9240BCDC-8AA1-858D-CB14-F18C6B6C4871}"/>
              </a:ext>
            </a:extLst>
          </p:cNvPr>
          <p:cNvSpPr/>
          <p:nvPr/>
        </p:nvSpPr>
        <p:spPr>
          <a:xfrm>
            <a:off x="11222702" y="9001896"/>
            <a:ext cx="765519" cy="258794"/>
          </a:xfrm>
          <a:prstGeom prst="snip2DiagRect">
            <a:avLst/>
          </a:prstGeom>
          <a:no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50" dirty="0">
                <a:solidFill>
                  <a:schemeClr val="bg2">
                    <a:lumMod val="25000"/>
                  </a:schemeClr>
                </a:solidFill>
              </a:rPr>
              <a:t>Temp</a:t>
            </a:r>
          </a:p>
        </p:txBody>
      </p:sp>
      <p:cxnSp>
        <p:nvCxnSpPr>
          <p:cNvPr id="190" name="Straight Arrow Connector 189">
            <a:extLst>
              <a:ext uri="{FF2B5EF4-FFF2-40B4-BE49-F238E27FC236}">
                <a16:creationId xmlns:a16="http://schemas.microsoft.com/office/drawing/2014/main" id="{4DE1D4FB-617E-3FC8-81FC-48B17BD6DF7A}"/>
              </a:ext>
            </a:extLst>
          </p:cNvPr>
          <p:cNvCxnSpPr>
            <a:cxnSpLocks/>
            <a:stCxn id="189" idx="1"/>
            <a:endCxn id="146" idx="3"/>
          </p:cNvCxnSpPr>
          <p:nvPr/>
        </p:nvCxnSpPr>
        <p:spPr>
          <a:xfrm>
            <a:off x="11605462" y="9260690"/>
            <a:ext cx="0" cy="275680"/>
          </a:xfrm>
          <a:prstGeom prst="straightConnector1">
            <a:avLst/>
          </a:prstGeom>
          <a:ln>
            <a:solidFill>
              <a:schemeClr val="bg2">
                <a:lumMod val="25000"/>
              </a:schemeClr>
            </a:solidFill>
            <a:tailEnd type="triangle"/>
          </a:ln>
        </p:spPr>
        <p:style>
          <a:lnRef idx="2">
            <a:schemeClr val="accent1"/>
          </a:lnRef>
          <a:fillRef idx="0">
            <a:schemeClr val="accent1"/>
          </a:fillRef>
          <a:effectRef idx="1">
            <a:schemeClr val="accent1"/>
          </a:effectRef>
          <a:fontRef idx="minor">
            <a:schemeClr val="tx1"/>
          </a:fontRef>
        </p:style>
      </p:cxnSp>
      <p:pic>
        <p:nvPicPr>
          <p:cNvPr id="196" name="Picture 195">
            <a:extLst>
              <a:ext uri="{FF2B5EF4-FFF2-40B4-BE49-F238E27FC236}">
                <a16:creationId xmlns:a16="http://schemas.microsoft.com/office/drawing/2014/main" id="{CF9C3B2C-BB5C-02B6-A27B-75CD04F21474}"/>
              </a:ext>
            </a:extLst>
          </p:cNvPr>
          <p:cNvPicPr>
            <a:picLocks noChangeAspect="1"/>
          </p:cNvPicPr>
          <p:nvPr/>
        </p:nvPicPr>
        <p:blipFill>
          <a:blip r:embed="rId5"/>
          <a:srcRect l="7025" t="20577" r="12511" b="33523"/>
          <a:stretch>
            <a:fillRect/>
          </a:stretch>
        </p:blipFill>
        <p:spPr>
          <a:xfrm>
            <a:off x="446526" y="9703258"/>
            <a:ext cx="4361335" cy="988555"/>
          </a:xfrm>
          <a:prstGeom prst="rect">
            <a:avLst/>
          </a:prstGeom>
        </p:spPr>
      </p:pic>
      <p:sp>
        <p:nvSpPr>
          <p:cNvPr id="197" name="TextBox 196">
            <a:extLst>
              <a:ext uri="{FF2B5EF4-FFF2-40B4-BE49-F238E27FC236}">
                <a16:creationId xmlns:a16="http://schemas.microsoft.com/office/drawing/2014/main" id="{11F20223-3364-43A9-5F2C-19E5AF4C127E}"/>
              </a:ext>
            </a:extLst>
          </p:cNvPr>
          <p:cNvSpPr txBox="1"/>
          <p:nvPr/>
        </p:nvSpPr>
        <p:spPr>
          <a:xfrm>
            <a:off x="10098967" y="4896344"/>
            <a:ext cx="1353256" cy="261610"/>
          </a:xfrm>
          <a:prstGeom prst="rect">
            <a:avLst/>
          </a:prstGeom>
          <a:noFill/>
        </p:spPr>
        <p:txBody>
          <a:bodyPr wrap="none" rtlCol="0" anchor="b">
            <a:spAutoFit/>
          </a:bodyPr>
          <a:lstStyle/>
          <a:p>
            <a:pPr algn="r"/>
            <a:r>
              <a:rPr lang="en-GB" sz="1100" dirty="0">
                <a:latin typeface="Segoe UI" panose="020B0502040204020203" pitchFamily="34" charset="0"/>
                <a:cs typeface="Segoe UI" panose="020B0502040204020203" pitchFamily="34" charset="0"/>
              </a:rPr>
              <a:t>Command Module</a:t>
            </a:r>
          </a:p>
        </p:txBody>
      </p:sp>
      <p:sp>
        <p:nvSpPr>
          <p:cNvPr id="198" name="TextBox 197">
            <a:extLst>
              <a:ext uri="{FF2B5EF4-FFF2-40B4-BE49-F238E27FC236}">
                <a16:creationId xmlns:a16="http://schemas.microsoft.com/office/drawing/2014/main" id="{6B4585D5-132E-3262-CCFB-B5AE35F540CE}"/>
              </a:ext>
            </a:extLst>
          </p:cNvPr>
          <p:cNvSpPr txBox="1"/>
          <p:nvPr/>
        </p:nvSpPr>
        <p:spPr>
          <a:xfrm>
            <a:off x="12854157" y="4896425"/>
            <a:ext cx="1109599" cy="261610"/>
          </a:xfrm>
          <a:prstGeom prst="rect">
            <a:avLst/>
          </a:prstGeom>
          <a:noFill/>
        </p:spPr>
        <p:txBody>
          <a:bodyPr wrap="none" rtlCol="0" anchor="b">
            <a:spAutoFit/>
          </a:bodyPr>
          <a:lstStyle/>
          <a:p>
            <a:pPr algn="r"/>
            <a:r>
              <a:rPr lang="en-GB" sz="1100" dirty="0">
                <a:latin typeface="Segoe UI" panose="020B0502040204020203" pitchFamily="34" charset="0"/>
                <a:cs typeface="Segoe UI" panose="020B0502040204020203" pitchFamily="34" charset="0"/>
              </a:rPr>
              <a:t>Switch Module</a:t>
            </a:r>
          </a:p>
        </p:txBody>
      </p:sp>
      <p:sp>
        <p:nvSpPr>
          <p:cNvPr id="199" name="TextBox 198">
            <a:extLst>
              <a:ext uri="{FF2B5EF4-FFF2-40B4-BE49-F238E27FC236}">
                <a16:creationId xmlns:a16="http://schemas.microsoft.com/office/drawing/2014/main" id="{2A65E62E-951F-7BAB-6435-60968B70AEAA}"/>
              </a:ext>
            </a:extLst>
          </p:cNvPr>
          <p:cNvSpPr txBox="1"/>
          <p:nvPr/>
        </p:nvSpPr>
        <p:spPr>
          <a:xfrm>
            <a:off x="14304480" y="4892002"/>
            <a:ext cx="678391" cy="261610"/>
          </a:xfrm>
          <a:prstGeom prst="rect">
            <a:avLst/>
          </a:prstGeom>
          <a:noFill/>
        </p:spPr>
        <p:txBody>
          <a:bodyPr wrap="none" rtlCol="0" anchor="b">
            <a:spAutoFit/>
          </a:bodyPr>
          <a:lstStyle/>
          <a:p>
            <a:pPr algn="r"/>
            <a:r>
              <a:rPr lang="en-GB" sz="1100" dirty="0">
                <a:latin typeface="Segoe UI" panose="020B0502040204020203" pitchFamily="34" charset="0"/>
                <a:cs typeface="Segoe UI" panose="020B0502040204020203" pitchFamily="34" charset="0"/>
              </a:rPr>
              <a:t>External</a:t>
            </a:r>
          </a:p>
        </p:txBody>
      </p:sp>
    </p:spTree>
    <p:extLst>
      <p:ext uri="{BB962C8B-B14F-4D97-AF65-F5344CB8AC3E}">
        <p14:creationId xmlns:p14="http://schemas.microsoft.com/office/powerpoint/2010/main" val="2582609200"/>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372</TotalTime>
  <Words>675</Words>
  <Application>Microsoft Office PowerPoint</Application>
  <PresentationFormat>Custom</PresentationFormat>
  <Paragraphs>56</Paragraphs>
  <Slides>1</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vt:i4>
      </vt:variant>
    </vt:vector>
  </HeadingPairs>
  <TitlesOfParts>
    <vt:vector size="7" baseType="lpstr">
      <vt:lpstr>Aptos</vt:lpstr>
      <vt:lpstr>Aptos Display</vt:lpstr>
      <vt:lpstr>Arial</vt:lpstr>
      <vt:lpstr>Segoe UI</vt:lpstr>
      <vt:lpstr>Segoe UI Light</vt:lpstr>
      <vt:lpstr>Office Theme</vt:lpstr>
      <vt:lpstr>Regulated Irrigation System (RIS)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Samuel Dixon</dc:creator>
  <cp:lastModifiedBy>Samuel Dixon</cp:lastModifiedBy>
  <cp:revision>179</cp:revision>
  <dcterms:created xsi:type="dcterms:W3CDTF">2025-11-23T10:04:14Z</dcterms:created>
  <dcterms:modified xsi:type="dcterms:W3CDTF">2025-11-23T16:51:56Z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ce7559e1-065f-48bd-9ddf-4bc014495b9d_Enabled">
    <vt:lpwstr>true</vt:lpwstr>
  </property>
  <property fmtid="{D5CDD505-2E9C-101B-9397-08002B2CF9AE}" pid="3" name="MSIP_Label_ce7559e1-065f-48bd-9ddf-4bc014495b9d_SetDate">
    <vt:lpwstr>2025-11-23T10:22:23Z</vt:lpwstr>
  </property>
  <property fmtid="{D5CDD505-2E9C-101B-9397-08002B2CF9AE}" pid="4" name="MSIP_Label_ce7559e1-065f-48bd-9ddf-4bc014495b9d_Method">
    <vt:lpwstr>Standard</vt:lpwstr>
  </property>
  <property fmtid="{D5CDD505-2E9C-101B-9397-08002B2CF9AE}" pid="5" name="MSIP_Label_ce7559e1-065f-48bd-9ddf-4bc014495b9d_Name">
    <vt:lpwstr>defa4170-0d19-0005-0004-bc88714345d2</vt:lpwstr>
  </property>
  <property fmtid="{D5CDD505-2E9C-101B-9397-08002B2CF9AE}" pid="6" name="MSIP_Label_ce7559e1-065f-48bd-9ddf-4bc014495b9d_SiteId">
    <vt:lpwstr>854b4310-0dbf-4241-ae41-4df0a4f8db92</vt:lpwstr>
  </property>
  <property fmtid="{D5CDD505-2E9C-101B-9397-08002B2CF9AE}" pid="7" name="MSIP_Label_ce7559e1-065f-48bd-9ddf-4bc014495b9d_ActionId">
    <vt:lpwstr>fb825982-6a52-463c-84e2-c32f73db81d3</vt:lpwstr>
  </property>
  <property fmtid="{D5CDD505-2E9C-101B-9397-08002B2CF9AE}" pid="8" name="MSIP_Label_ce7559e1-065f-48bd-9ddf-4bc014495b9d_ContentBits">
    <vt:lpwstr>0</vt:lpwstr>
  </property>
  <property fmtid="{D5CDD505-2E9C-101B-9397-08002B2CF9AE}" pid="9" name="MSIP_Label_ce7559e1-065f-48bd-9ddf-4bc014495b9d_Tag">
    <vt:lpwstr>10, 3, 0, 1</vt:lpwstr>
  </property>
</Properties>
</file>