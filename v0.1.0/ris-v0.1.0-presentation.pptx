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Lst>
  <p:sldSz cx="15119350" cy="10691813"/>
  <p:notesSz cx="10234613" cy="146637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 userDrawn="1">
          <p15:clr>
            <a:srgbClr val="A4A3A4"/>
          </p15:clr>
        </p15:guide>
        <p15:guide id="2" pos="226" userDrawn="1">
          <p15:clr>
            <a:srgbClr val="A4A3A4"/>
          </p15:clr>
        </p15:guide>
        <p15:guide id="3" orient="horz" pos="6497" userDrawn="1">
          <p15:clr>
            <a:srgbClr val="A4A3A4"/>
          </p15:clr>
        </p15:guide>
        <p15:guide id="4" pos="929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9D1D9"/>
    <a:srgbClr val="FFFF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283" autoAdjust="0"/>
  </p:normalViewPr>
  <p:slideViewPr>
    <p:cSldViewPr snapToGrid="0">
      <p:cViewPr varScale="1">
        <p:scale>
          <a:sx n="72" d="100"/>
          <a:sy n="72" d="100"/>
        </p:scale>
        <p:origin x="1410" y="60"/>
      </p:cViewPr>
      <p:guideLst>
        <p:guide orient="horz" pos="238"/>
        <p:guide pos="226"/>
        <p:guide orient="horz" pos="6497"/>
        <p:guide pos="929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1749795"/>
            <a:ext cx="12851448" cy="3722335"/>
          </a:xfrm>
        </p:spPr>
        <p:txBody>
          <a:bodyPr anchor="b"/>
          <a:lstStyle>
            <a:lvl1pPr algn="ctr">
              <a:defRPr sz="9354"/>
            </a:lvl1pPr>
          </a:lstStyle>
          <a:p>
            <a:r>
              <a:rPr lang="en-US"/>
              <a:t>Click to edit Master title style</a:t>
            </a:r>
            <a:endParaRPr lang="en-US" dirty="0"/>
          </a:p>
        </p:txBody>
      </p:sp>
      <p:sp>
        <p:nvSpPr>
          <p:cNvPr id="3" name="Subtitle 2"/>
          <p:cNvSpPr>
            <a:spLocks noGrp="1"/>
          </p:cNvSpPr>
          <p:nvPr>
            <p:ph type="subTitle" idx="1"/>
          </p:nvPr>
        </p:nvSpPr>
        <p:spPr>
          <a:xfrm>
            <a:off x="1889919" y="5615678"/>
            <a:ext cx="11339513" cy="2581379"/>
          </a:xfrm>
        </p:spPr>
        <p:txBody>
          <a:bodyPr/>
          <a:lstStyle>
            <a:lvl1pPr marL="0" indent="0" algn="ctr">
              <a:buNone/>
              <a:defRPr sz="3742"/>
            </a:lvl1pPr>
            <a:lvl2pPr marL="712775" indent="0" algn="ctr">
              <a:buNone/>
              <a:defRPr sz="3118"/>
            </a:lvl2pPr>
            <a:lvl3pPr marL="1425550" indent="0" algn="ctr">
              <a:buNone/>
              <a:defRPr sz="2806"/>
            </a:lvl3pPr>
            <a:lvl4pPr marL="2138324" indent="0" algn="ctr">
              <a:buNone/>
              <a:defRPr sz="2494"/>
            </a:lvl4pPr>
            <a:lvl5pPr marL="2851099" indent="0" algn="ctr">
              <a:buNone/>
              <a:defRPr sz="2494"/>
            </a:lvl5pPr>
            <a:lvl6pPr marL="3563874" indent="0" algn="ctr">
              <a:buNone/>
              <a:defRPr sz="2494"/>
            </a:lvl6pPr>
            <a:lvl7pPr marL="4276649" indent="0" algn="ctr">
              <a:buNone/>
              <a:defRPr sz="2494"/>
            </a:lvl7pPr>
            <a:lvl8pPr marL="4989424" indent="0" algn="ctr">
              <a:buNone/>
              <a:defRPr sz="2494"/>
            </a:lvl8pPr>
            <a:lvl9pPr marL="5702198" indent="0" algn="ctr">
              <a:buNone/>
              <a:defRPr sz="249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9EA1182-88C4-47C8-A7E1-E417A068045C}" type="datetimeFigureOut">
              <a:rPr lang="en-GB" smtClean="0"/>
              <a:t>12/03/2026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1366016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EA1182-88C4-47C8-A7E1-E417A068045C}" type="datetimeFigureOut">
              <a:rPr lang="en-GB" smtClean="0"/>
              <a:t>12/03/2026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3974777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31582" y="2665532"/>
            <a:ext cx="13040439" cy="4447496"/>
          </a:xfrm>
        </p:spPr>
        <p:txBody>
          <a:bodyPr anchor="b"/>
          <a:lstStyle>
            <a:lvl1pPr>
              <a:defRPr sz="9354"/>
            </a:lvl1pPr>
          </a:lstStyle>
          <a:p>
            <a:r>
              <a:rPr lang="en-US"/>
              <a:t>Click to edit Master title style</a:t>
            </a:r>
            <a:endParaRPr lang="en-US" dirty="0"/>
          </a:p>
        </p:txBody>
      </p:sp>
      <p:sp>
        <p:nvSpPr>
          <p:cNvPr id="3" name="Text Placeholder 2"/>
          <p:cNvSpPr>
            <a:spLocks noGrp="1"/>
          </p:cNvSpPr>
          <p:nvPr>
            <p:ph type="body" idx="1"/>
          </p:nvPr>
        </p:nvSpPr>
        <p:spPr>
          <a:xfrm>
            <a:off x="1031582" y="7155103"/>
            <a:ext cx="13040439" cy="2338833"/>
          </a:xfrm>
        </p:spPr>
        <p:txBody>
          <a:bodyPr/>
          <a:lstStyle>
            <a:lvl1pPr marL="0" indent="0">
              <a:buNone/>
              <a:defRPr sz="3742">
                <a:solidFill>
                  <a:schemeClr val="tx1">
                    <a:tint val="82000"/>
                  </a:schemeClr>
                </a:solidFill>
              </a:defRPr>
            </a:lvl1pPr>
            <a:lvl2pPr marL="712775" indent="0">
              <a:buNone/>
              <a:defRPr sz="3118">
                <a:solidFill>
                  <a:schemeClr val="tx1">
                    <a:tint val="82000"/>
                  </a:schemeClr>
                </a:solidFill>
              </a:defRPr>
            </a:lvl2pPr>
            <a:lvl3pPr marL="1425550" indent="0">
              <a:buNone/>
              <a:defRPr sz="2806">
                <a:solidFill>
                  <a:schemeClr val="tx1">
                    <a:tint val="82000"/>
                  </a:schemeClr>
                </a:solidFill>
              </a:defRPr>
            </a:lvl3pPr>
            <a:lvl4pPr marL="2138324" indent="0">
              <a:buNone/>
              <a:defRPr sz="2494">
                <a:solidFill>
                  <a:schemeClr val="tx1">
                    <a:tint val="82000"/>
                  </a:schemeClr>
                </a:solidFill>
              </a:defRPr>
            </a:lvl4pPr>
            <a:lvl5pPr marL="2851099" indent="0">
              <a:buNone/>
              <a:defRPr sz="2494">
                <a:solidFill>
                  <a:schemeClr val="tx1">
                    <a:tint val="82000"/>
                  </a:schemeClr>
                </a:solidFill>
              </a:defRPr>
            </a:lvl5pPr>
            <a:lvl6pPr marL="3563874" indent="0">
              <a:buNone/>
              <a:defRPr sz="2494">
                <a:solidFill>
                  <a:schemeClr val="tx1">
                    <a:tint val="82000"/>
                  </a:schemeClr>
                </a:solidFill>
              </a:defRPr>
            </a:lvl6pPr>
            <a:lvl7pPr marL="4276649" indent="0">
              <a:buNone/>
              <a:defRPr sz="2494">
                <a:solidFill>
                  <a:schemeClr val="tx1">
                    <a:tint val="82000"/>
                  </a:schemeClr>
                </a:solidFill>
              </a:defRPr>
            </a:lvl7pPr>
            <a:lvl8pPr marL="4989424" indent="0">
              <a:buNone/>
              <a:defRPr sz="2494">
                <a:solidFill>
                  <a:schemeClr val="tx1">
                    <a:tint val="82000"/>
                  </a:schemeClr>
                </a:solidFill>
              </a:defRPr>
            </a:lvl8pPr>
            <a:lvl9pPr marL="5702198" indent="0">
              <a:buNone/>
              <a:defRPr sz="2494">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EA1182-88C4-47C8-A7E1-E417A068045C}" type="datetimeFigureOut">
              <a:rPr lang="en-GB" smtClean="0"/>
              <a:t>12/03/2026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4030687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39455" y="2846200"/>
            <a:ext cx="6425724"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54171" y="2846200"/>
            <a:ext cx="6425724"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EA1182-88C4-47C8-A7E1-E417A068045C}" type="datetimeFigureOut">
              <a:rPr lang="en-GB" smtClean="0"/>
              <a:t>12/03/2026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587143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41425" y="569242"/>
            <a:ext cx="13040439" cy="2066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41426" y="2620980"/>
            <a:ext cx="6396193" cy="1284502"/>
          </a:xfrm>
        </p:spPr>
        <p:txBody>
          <a:bodyPr anchor="b"/>
          <a:lstStyle>
            <a:lvl1pPr marL="0" indent="0">
              <a:buNone/>
              <a:defRPr sz="3742" b="1"/>
            </a:lvl1pPr>
            <a:lvl2pPr marL="712775" indent="0">
              <a:buNone/>
              <a:defRPr sz="3118" b="1"/>
            </a:lvl2pPr>
            <a:lvl3pPr marL="1425550" indent="0">
              <a:buNone/>
              <a:defRPr sz="2806" b="1"/>
            </a:lvl3pPr>
            <a:lvl4pPr marL="2138324" indent="0">
              <a:buNone/>
              <a:defRPr sz="2494" b="1"/>
            </a:lvl4pPr>
            <a:lvl5pPr marL="2851099" indent="0">
              <a:buNone/>
              <a:defRPr sz="2494" b="1"/>
            </a:lvl5pPr>
            <a:lvl6pPr marL="3563874" indent="0">
              <a:buNone/>
              <a:defRPr sz="2494" b="1"/>
            </a:lvl6pPr>
            <a:lvl7pPr marL="4276649" indent="0">
              <a:buNone/>
              <a:defRPr sz="2494" b="1"/>
            </a:lvl7pPr>
            <a:lvl8pPr marL="4989424" indent="0">
              <a:buNone/>
              <a:defRPr sz="2494" b="1"/>
            </a:lvl8pPr>
            <a:lvl9pPr marL="5702198" indent="0">
              <a:buNone/>
              <a:defRPr sz="2494" b="1"/>
            </a:lvl9pPr>
          </a:lstStyle>
          <a:p>
            <a:pPr lvl="0"/>
            <a:r>
              <a:rPr lang="en-US"/>
              <a:t>Click to edit Master text styles</a:t>
            </a:r>
          </a:p>
        </p:txBody>
      </p:sp>
      <p:sp>
        <p:nvSpPr>
          <p:cNvPr id="4" name="Content Placeholder 3"/>
          <p:cNvSpPr>
            <a:spLocks noGrp="1"/>
          </p:cNvSpPr>
          <p:nvPr>
            <p:ph sz="half" idx="2"/>
          </p:nvPr>
        </p:nvSpPr>
        <p:spPr>
          <a:xfrm>
            <a:off x="1041426" y="3905482"/>
            <a:ext cx="6396193"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54172" y="2620980"/>
            <a:ext cx="6427693" cy="1284502"/>
          </a:xfrm>
        </p:spPr>
        <p:txBody>
          <a:bodyPr anchor="b"/>
          <a:lstStyle>
            <a:lvl1pPr marL="0" indent="0">
              <a:buNone/>
              <a:defRPr sz="3742" b="1"/>
            </a:lvl1pPr>
            <a:lvl2pPr marL="712775" indent="0">
              <a:buNone/>
              <a:defRPr sz="3118" b="1"/>
            </a:lvl2pPr>
            <a:lvl3pPr marL="1425550" indent="0">
              <a:buNone/>
              <a:defRPr sz="2806" b="1"/>
            </a:lvl3pPr>
            <a:lvl4pPr marL="2138324" indent="0">
              <a:buNone/>
              <a:defRPr sz="2494" b="1"/>
            </a:lvl4pPr>
            <a:lvl5pPr marL="2851099" indent="0">
              <a:buNone/>
              <a:defRPr sz="2494" b="1"/>
            </a:lvl5pPr>
            <a:lvl6pPr marL="3563874" indent="0">
              <a:buNone/>
              <a:defRPr sz="2494" b="1"/>
            </a:lvl6pPr>
            <a:lvl7pPr marL="4276649" indent="0">
              <a:buNone/>
              <a:defRPr sz="2494" b="1"/>
            </a:lvl7pPr>
            <a:lvl8pPr marL="4989424" indent="0">
              <a:buNone/>
              <a:defRPr sz="2494" b="1"/>
            </a:lvl8pPr>
            <a:lvl9pPr marL="5702198" indent="0">
              <a:buNone/>
              <a:defRPr sz="2494" b="1"/>
            </a:lvl9pPr>
          </a:lstStyle>
          <a:p>
            <a:pPr lvl="0"/>
            <a:r>
              <a:rPr lang="en-US"/>
              <a:t>Click to edit Master text styles</a:t>
            </a:r>
          </a:p>
        </p:txBody>
      </p:sp>
      <p:sp>
        <p:nvSpPr>
          <p:cNvPr id="6" name="Content Placeholder 5"/>
          <p:cNvSpPr>
            <a:spLocks noGrp="1"/>
          </p:cNvSpPr>
          <p:nvPr>
            <p:ph sz="quarter" idx="4"/>
          </p:nvPr>
        </p:nvSpPr>
        <p:spPr>
          <a:xfrm>
            <a:off x="7654172" y="3905482"/>
            <a:ext cx="6427693"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EA1182-88C4-47C8-A7E1-E417A068045C}" type="datetimeFigureOut">
              <a:rPr lang="en-GB" smtClean="0"/>
              <a:t>12/03/2026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85208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EA1182-88C4-47C8-A7E1-E417A068045C}" type="datetimeFigureOut">
              <a:rPr lang="en-GB" smtClean="0"/>
              <a:t>12/03/2026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2125035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EA1182-88C4-47C8-A7E1-E417A068045C}" type="datetimeFigureOut">
              <a:rPr lang="en-GB" smtClean="0"/>
              <a:t>12/03/2026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3022321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41425" y="712788"/>
            <a:ext cx="4876384" cy="2494756"/>
          </a:xfrm>
        </p:spPr>
        <p:txBody>
          <a:bodyPr anchor="b"/>
          <a:lstStyle>
            <a:lvl1pPr>
              <a:defRPr sz="4989"/>
            </a:lvl1pPr>
          </a:lstStyle>
          <a:p>
            <a:r>
              <a:rPr lang="en-US"/>
              <a:t>Click to edit Master title style</a:t>
            </a:r>
            <a:endParaRPr lang="en-US" dirty="0"/>
          </a:p>
        </p:txBody>
      </p:sp>
      <p:sp>
        <p:nvSpPr>
          <p:cNvPr id="3" name="Content Placeholder 2"/>
          <p:cNvSpPr>
            <a:spLocks noGrp="1"/>
          </p:cNvSpPr>
          <p:nvPr>
            <p:ph idx="1"/>
          </p:nvPr>
        </p:nvSpPr>
        <p:spPr>
          <a:xfrm>
            <a:off x="6427693" y="1539425"/>
            <a:ext cx="7654171" cy="7598117"/>
          </a:xfrm>
        </p:spPr>
        <p:txBody>
          <a:bodyPr/>
          <a:lstStyle>
            <a:lvl1pPr>
              <a:defRPr sz="4989"/>
            </a:lvl1pPr>
            <a:lvl2pPr>
              <a:defRPr sz="4365"/>
            </a:lvl2pPr>
            <a:lvl3pPr>
              <a:defRPr sz="3742"/>
            </a:lvl3pPr>
            <a:lvl4pPr>
              <a:defRPr sz="3118"/>
            </a:lvl4pPr>
            <a:lvl5pPr>
              <a:defRPr sz="3118"/>
            </a:lvl5pPr>
            <a:lvl6pPr>
              <a:defRPr sz="3118"/>
            </a:lvl6pPr>
            <a:lvl7pPr>
              <a:defRPr sz="3118"/>
            </a:lvl7pPr>
            <a:lvl8pPr>
              <a:defRPr sz="3118"/>
            </a:lvl8pPr>
            <a:lvl9pPr>
              <a:defRPr sz="311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41425" y="3207544"/>
            <a:ext cx="4876384" cy="5942372"/>
          </a:xfrm>
        </p:spPr>
        <p:txBody>
          <a:bodyPr/>
          <a:lstStyle>
            <a:lvl1pPr marL="0" indent="0">
              <a:buNone/>
              <a:defRPr sz="2494"/>
            </a:lvl1pPr>
            <a:lvl2pPr marL="712775" indent="0">
              <a:buNone/>
              <a:defRPr sz="2183"/>
            </a:lvl2pPr>
            <a:lvl3pPr marL="1425550" indent="0">
              <a:buNone/>
              <a:defRPr sz="1871"/>
            </a:lvl3pPr>
            <a:lvl4pPr marL="2138324" indent="0">
              <a:buNone/>
              <a:defRPr sz="1559"/>
            </a:lvl4pPr>
            <a:lvl5pPr marL="2851099" indent="0">
              <a:buNone/>
              <a:defRPr sz="1559"/>
            </a:lvl5pPr>
            <a:lvl6pPr marL="3563874" indent="0">
              <a:buNone/>
              <a:defRPr sz="1559"/>
            </a:lvl6pPr>
            <a:lvl7pPr marL="4276649" indent="0">
              <a:buNone/>
              <a:defRPr sz="1559"/>
            </a:lvl7pPr>
            <a:lvl8pPr marL="4989424" indent="0">
              <a:buNone/>
              <a:defRPr sz="1559"/>
            </a:lvl8pPr>
            <a:lvl9pPr marL="5702198" indent="0">
              <a:buNone/>
              <a:defRPr sz="1559"/>
            </a:lvl9pPr>
          </a:lstStyle>
          <a:p>
            <a:pPr lvl="0"/>
            <a:r>
              <a:rPr lang="en-US"/>
              <a:t>Click to edit Master text styles</a:t>
            </a:r>
          </a:p>
        </p:txBody>
      </p:sp>
      <p:sp>
        <p:nvSpPr>
          <p:cNvPr id="5" name="Date Placeholder 4"/>
          <p:cNvSpPr>
            <a:spLocks noGrp="1"/>
          </p:cNvSpPr>
          <p:nvPr>
            <p:ph type="dt" sz="half" idx="10"/>
          </p:nvPr>
        </p:nvSpPr>
        <p:spPr/>
        <p:txBody>
          <a:bodyPr/>
          <a:lstStyle/>
          <a:p>
            <a:fld id="{C9EA1182-88C4-47C8-A7E1-E417A068045C}" type="datetimeFigureOut">
              <a:rPr lang="en-GB" smtClean="0"/>
              <a:t>12/03/2026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2851114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41425" y="712788"/>
            <a:ext cx="4876384" cy="2494756"/>
          </a:xfrm>
        </p:spPr>
        <p:txBody>
          <a:bodyPr anchor="b"/>
          <a:lstStyle>
            <a:lvl1pPr>
              <a:defRPr sz="4989"/>
            </a:lvl1pPr>
          </a:lstStyle>
          <a:p>
            <a:r>
              <a:rPr lang="en-US"/>
              <a:t>Click to edit Master title style</a:t>
            </a:r>
            <a:endParaRPr lang="en-US" dirty="0"/>
          </a:p>
        </p:txBody>
      </p:sp>
      <p:sp>
        <p:nvSpPr>
          <p:cNvPr id="3" name="Picture Placeholder 2"/>
          <p:cNvSpPr>
            <a:spLocks noGrp="1" noChangeAspect="1"/>
          </p:cNvSpPr>
          <p:nvPr>
            <p:ph type="pic" idx="1"/>
          </p:nvPr>
        </p:nvSpPr>
        <p:spPr>
          <a:xfrm>
            <a:off x="6427693" y="1539425"/>
            <a:ext cx="7654171" cy="7598117"/>
          </a:xfrm>
        </p:spPr>
        <p:txBody>
          <a:bodyPr anchor="t"/>
          <a:lstStyle>
            <a:lvl1pPr marL="0" indent="0">
              <a:buNone/>
              <a:defRPr sz="4989"/>
            </a:lvl1pPr>
            <a:lvl2pPr marL="712775" indent="0">
              <a:buNone/>
              <a:defRPr sz="4365"/>
            </a:lvl2pPr>
            <a:lvl3pPr marL="1425550" indent="0">
              <a:buNone/>
              <a:defRPr sz="3742"/>
            </a:lvl3pPr>
            <a:lvl4pPr marL="2138324" indent="0">
              <a:buNone/>
              <a:defRPr sz="3118"/>
            </a:lvl4pPr>
            <a:lvl5pPr marL="2851099" indent="0">
              <a:buNone/>
              <a:defRPr sz="3118"/>
            </a:lvl5pPr>
            <a:lvl6pPr marL="3563874" indent="0">
              <a:buNone/>
              <a:defRPr sz="3118"/>
            </a:lvl6pPr>
            <a:lvl7pPr marL="4276649" indent="0">
              <a:buNone/>
              <a:defRPr sz="3118"/>
            </a:lvl7pPr>
            <a:lvl8pPr marL="4989424" indent="0">
              <a:buNone/>
              <a:defRPr sz="3118"/>
            </a:lvl8pPr>
            <a:lvl9pPr marL="5702198" indent="0">
              <a:buNone/>
              <a:defRPr sz="3118"/>
            </a:lvl9pPr>
          </a:lstStyle>
          <a:p>
            <a:r>
              <a:rPr lang="en-US"/>
              <a:t>Click icon to add picture</a:t>
            </a:r>
            <a:endParaRPr lang="en-US" dirty="0"/>
          </a:p>
        </p:txBody>
      </p:sp>
      <p:sp>
        <p:nvSpPr>
          <p:cNvPr id="4" name="Text Placeholder 3"/>
          <p:cNvSpPr>
            <a:spLocks noGrp="1"/>
          </p:cNvSpPr>
          <p:nvPr>
            <p:ph type="body" sz="half" idx="2"/>
          </p:nvPr>
        </p:nvSpPr>
        <p:spPr>
          <a:xfrm>
            <a:off x="1041425" y="3207544"/>
            <a:ext cx="4876384" cy="5942372"/>
          </a:xfrm>
        </p:spPr>
        <p:txBody>
          <a:bodyPr/>
          <a:lstStyle>
            <a:lvl1pPr marL="0" indent="0">
              <a:buNone/>
              <a:defRPr sz="2494"/>
            </a:lvl1pPr>
            <a:lvl2pPr marL="712775" indent="0">
              <a:buNone/>
              <a:defRPr sz="2183"/>
            </a:lvl2pPr>
            <a:lvl3pPr marL="1425550" indent="0">
              <a:buNone/>
              <a:defRPr sz="1871"/>
            </a:lvl3pPr>
            <a:lvl4pPr marL="2138324" indent="0">
              <a:buNone/>
              <a:defRPr sz="1559"/>
            </a:lvl4pPr>
            <a:lvl5pPr marL="2851099" indent="0">
              <a:buNone/>
              <a:defRPr sz="1559"/>
            </a:lvl5pPr>
            <a:lvl6pPr marL="3563874" indent="0">
              <a:buNone/>
              <a:defRPr sz="1559"/>
            </a:lvl6pPr>
            <a:lvl7pPr marL="4276649" indent="0">
              <a:buNone/>
              <a:defRPr sz="1559"/>
            </a:lvl7pPr>
            <a:lvl8pPr marL="4989424" indent="0">
              <a:buNone/>
              <a:defRPr sz="1559"/>
            </a:lvl8pPr>
            <a:lvl9pPr marL="5702198" indent="0">
              <a:buNone/>
              <a:defRPr sz="1559"/>
            </a:lvl9pPr>
          </a:lstStyle>
          <a:p>
            <a:pPr lvl="0"/>
            <a:r>
              <a:rPr lang="en-US"/>
              <a:t>Click to edit Master text styles</a:t>
            </a:r>
          </a:p>
        </p:txBody>
      </p:sp>
      <p:sp>
        <p:nvSpPr>
          <p:cNvPr id="5" name="Date Placeholder 4"/>
          <p:cNvSpPr>
            <a:spLocks noGrp="1"/>
          </p:cNvSpPr>
          <p:nvPr>
            <p:ph type="dt" sz="half" idx="10"/>
          </p:nvPr>
        </p:nvSpPr>
        <p:spPr/>
        <p:txBody>
          <a:bodyPr/>
          <a:lstStyle/>
          <a:p>
            <a:fld id="{C9EA1182-88C4-47C8-A7E1-E417A068045C}" type="datetimeFigureOut">
              <a:rPr lang="en-GB" smtClean="0"/>
              <a:t>12/03/2026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3121069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EA1182-88C4-47C8-A7E1-E417A068045C}" type="datetimeFigureOut">
              <a:rPr lang="en-GB" smtClean="0"/>
              <a:t>12/03/2026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2202632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569240"/>
            <a:ext cx="3260110" cy="90608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39456" y="569240"/>
            <a:ext cx="9591338" cy="9060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EA1182-88C4-47C8-A7E1-E417A068045C}" type="datetimeFigureOut">
              <a:rPr lang="en-GB" smtClean="0"/>
              <a:t>12/03/2026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2764290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569242"/>
            <a:ext cx="13040439" cy="20665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39456" y="2846200"/>
            <a:ext cx="13040439" cy="67838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9455" y="9909729"/>
            <a:ext cx="3401854" cy="569240"/>
          </a:xfrm>
          <a:prstGeom prst="rect">
            <a:avLst/>
          </a:prstGeom>
        </p:spPr>
        <p:txBody>
          <a:bodyPr vert="horz" lIns="91440" tIns="45720" rIns="91440" bIns="45720" rtlCol="0" anchor="ctr"/>
          <a:lstStyle>
            <a:lvl1pPr algn="l">
              <a:defRPr sz="1871">
                <a:solidFill>
                  <a:schemeClr val="tx1">
                    <a:tint val="82000"/>
                  </a:schemeClr>
                </a:solidFill>
              </a:defRPr>
            </a:lvl1pPr>
          </a:lstStyle>
          <a:p>
            <a:fld id="{C9EA1182-88C4-47C8-A7E1-E417A068045C}" type="datetimeFigureOut">
              <a:rPr lang="en-GB" smtClean="0"/>
              <a:t>12/03/2026</a:t>
            </a:fld>
            <a:endParaRPr lang="en-GB"/>
          </a:p>
        </p:txBody>
      </p:sp>
      <p:sp>
        <p:nvSpPr>
          <p:cNvPr id="5" name="Footer Placeholder 4"/>
          <p:cNvSpPr>
            <a:spLocks noGrp="1"/>
          </p:cNvSpPr>
          <p:nvPr>
            <p:ph type="ftr" sz="quarter" idx="3"/>
          </p:nvPr>
        </p:nvSpPr>
        <p:spPr>
          <a:xfrm>
            <a:off x="5008285" y="9909729"/>
            <a:ext cx="5102781" cy="569240"/>
          </a:xfrm>
          <a:prstGeom prst="rect">
            <a:avLst/>
          </a:prstGeom>
        </p:spPr>
        <p:txBody>
          <a:bodyPr vert="horz" lIns="91440" tIns="45720" rIns="91440" bIns="45720" rtlCol="0" anchor="ctr"/>
          <a:lstStyle>
            <a:lvl1pPr algn="ctr">
              <a:defRPr sz="1871">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10678041" y="9909729"/>
            <a:ext cx="3401854" cy="569240"/>
          </a:xfrm>
          <a:prstGeom prst="rect">
            <a:avLst/>
          </a:prstGeom>
        </p:spPr>
        <p:txBody>
          <a:bodyPr vert="horz" lIns="91440" tIns="45720" rIns="91440" bIns="45720" rtlCol="0" anchor="ctr"/>
          <a:lstStyle>
            <a:lvl1pPr algn="r">
              <a:defRPr sz="1871">
                <a:solidFill>
                  <a:schemeClr val="tx1">
                    <a:tint val="82000"/>
                  </a:schemeClr>
                </a:solidFill>
              </a:defRPr>
            </a:lvl1pPr>
          </a:lstStyle>
          <a:p>
            <a:fld id="{F449A0BF-0FEA-4337-9540-FC47AE8EBF52}" type="slidenum">
              <a:rPr lang="en-GB" smtClean="0"/>
              <a:t>‹#›</a:t>
            </a:fld>
            <a:endParaRPr lang="en-GB"/>
          </a:p>
        </p:txBody>
      </p:sp>
    </p:spTree>
    <p:extLst>
      <p:ext uri="{BB962C8B-B14F-4D97-AF65-F5344CB8AC3E}">
        <p14:creationId xmlns:p14="http://schemas.microsoft.com/office/powerpoint/2010/main" val="40331493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425550" rtl="0" eaLnBrk="1" latinLnBrk="0" hangingPunct="1">
        <a:lnSpc>
          <a:spcPct val="90000"/>
        </a:lnSpc>
        <a:spcBef>
          <a:spcPct val="0"/>
        </a:spcBef>
        <a:buNone/>
        <a:defRPr sz="6860" kern="1200">
          <a:solidFill>
            <a:schemeClr val="tx1"/>
          </a:solidFill>
          <a:latin typeface="+mj-lt"/>
          <a:ea typeface="+mj-ea"/>
          <a:cs typeface="+mj-cs"/>
        </a:defRPr>
      </a:lvl1pPr>
    </p:titleStyle>
    <p:bodyStyle>
      <a:lvl1pPr marL="356387" indent="-356387" algn="l" defTabSz="1425550" rtl="0" eaLnBrk="1" latinLnBrk="0" hangingPunct="1">
        <a:lnSpc>
          <a:spcPct val="90000"/>
        </a:lnSpc>
        <a:spcBef>
          <a:spcPts val="1559"/>
        </a:spcBef>
        <a:buFont typeface="Arial" panose="020B0604020202020204" pitchFamily="34" charset="0"/>
        <a:buChar char="•"/>
        <a:defRPr sz="4365" kern="1200">
          <a:solidFill>
            <a:schemeClr val="tx1"/>
          </a:solidFill>
          <a:latin typeface="+mn-lt"/>
          <a:ea typeface="+mn-ea"/>
          <a:cs typeface="+mn-cs"/>
        </a:defRPr>
      </a:lvl1pPr>
      <a:lvl2pPr marL="1069162" indent="-356387" algn="l" defTabSz="1425550" rtl="0" eaLnBrk="1" latinLnBrk="0" hangingPunct="1">
        <a:lnSpc>
          <a:spcPct val="90000"/>
        </a:lnSpc>
        <a:spcBef>
          <a:spcPts val="780"/>
        </a:spcBef>
        <a:buFont typeface="Arial" panose="020B0604020202020204" pitchFamily="34" charset="0"/>
        <a:buChar char="•"/>
        <a:defRPr sz="3742" kern="1200">
          <a:solidFill>
            <a:schemeClr val="tx1"/>
          </a:solidFill>
          <a:latin typeface="+mn-lt"/>
          <a:ea typeface="+mn-ea"/>
          <a:cs typeface="+mn-cs"/>
        </a:defRPr>
      </a:lvl2pPr>
      <a:lvl3pPr marL="1781937" indent="-356387" algn="l" defTabSz="1425550" rtl="0" eaLnBrk="1" latinLnBrk="0" hangingPunct="1">
        <a:lnSpc>
          <a:spcPct val="90000"/>
        </a:lnSpc>
        <a:spcBef>
          <a:spcPts val="780"/>
        </a:spcBef>
        <a:buFont typeface="Arial" panose="020B0604020202020204" pitchFamily="34" charset="0"/>
        <a:buChar char="•"/>
        <a:defRPr sz="3118" kern="1200">
          <a:solidFill>
            <a:schemeClr val="tx1"/>
          </a:solidFill>
          <a:latin typeface="+mn-lt"/>
          <a:ea typeface="+mn-ea"/>
          <a:cs typeface="+mn-cs"/>
        </a:defRPr>
      </a:lvl3pPr>
      <a:lvl4pPr marL="2494712"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4pPr>
      <a:lvl5pPr marL="3207487"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5pPr>
      <a:lvl6pPr marL="3920261"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6pPr>
      <a:lvl7pPr marL="4633036"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7pPr>
      <a:lvl8pPr marL="5345811"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8pPr>
      <a:lvl9pPr marL="6058586"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9pPr>
    </p:bodyStyle>
    <p:otherStyle>
      <a:defPPr>
        <a:defRPr lang="en-US"/>
      </a:defPPr>
      <a:lvl1pPr marL="0" algn="l" defTabSz="1425550" rtl="0" eaLnBrk="1" latinLnBrk="0" hangingPunct="1">
        <a:defRPr sz="2806" kern="1200">
          <a:solidFill>
            <a:schemeClr val="tx1"/>
          </a:solidFill>
          <a:latin typeface="+mn-lt"/>
          <a:ea typeface="+mn-ea"/>
          <a:cs typeface="+mn-cs"/>
        </a:defRPr>
      </a:lvl1pPr>
      <a:lvl2pPr marL="712775" algn="l" defTabSz="1425550" rtl="0" eaLnBrk="1" latinLnBrk="0" hangingPunct="1">
        <a:defRPr sz="2806" kern="1200">
          <a:solidFill>
            <a:schemeClr val="tx1"/>
          </a:solidFill>
          <a:latin typeface="+mn-lt"/>
          <a:ea typeface="+mn-ea"/>
          <a:cs typeface="+mn-cs"/>
        </a:defRPr>
      </a:lvl2pPr>
      <a:lvl3pPr marL="1425550" algn="l" defTabSz="1425550" rtl="0" eaLnBrk="1" latinLnBrk="0" hangingPunct="1">
        <a:defRPr sz="2806" kern="1200">
          <a:solidFill>
            <a:schemeClr val="tx1"/>
          </a:solidFill>
          <a:latin typeface="+mn-lt"/>
          <a:ea typeface="+mn-ea"/>
          <a:cs typeface="+mn-cs"/>
        </a:defRPr>
      </a:lvl3pPr>
      <a:lvl4pPr marL="2138324" algn="l" defTabSz="1425550" rtl="0" eaLnBrk="1" latinLnBrk="0" hangingPunct="1">
        <a:defRPr sz="2806" kern="1200">
          <a:solidFill>
            <a:schemeClr val="tx1"/>
          </a:solidFill>
          <a:latin typeface="+mn-lt"/>
          <a:ea typeface="+mn-ea"/>
          <a:cs typeface="+mn-cs"/>
        </a:defRPr>
      </a:lvl4pPr>
      <a:lvl5pPr marL="2851099" algn="l" defTabSz="1425550" rtl="0" eaLnBrk="1" latinLnBrk="0" hangingPunct="1">
        <a:defRPr sz="2806" kern="1200">
          <a:solidFill>
            <a:schemeClr val="tx1"/>
          </a:solidFill>
          <a:latin typeface="+mn-lt"/>
          <a:ea typeface="+mn-ea"/>
          <a:cs typeface="+mn-cs"/>
        </a:defRPr>
      </a:lvl5pPr>
      <a:lvl6pPr marL="3563874" algn="l" defTabSz="1425550" rtl="0" eaLnBrk="1" latinLnBrk="0" hangingPunct="1">
        <a:defRPr sz="2806" kern="1200">
          <a:solidFill>
            <a:schemeClr val="tx1"/>
          </a:solidFill>
          <a:latin typeface="+mn-lt"/>
          <a:ea typeface="+mn-ea"/>
          <a:cs typeface="+mn-cs"/>
        </a:defRPr>
      </a:lvl6pPr>
      <a:lvl7pPr marL="4276649" algn="l" defTabSz="1425550" rtl="0" eaLnBrk="1" latinLnBrk="0" hangingPunct="1">
        <a:defRPr sz="2806" kern="1200">
          <a:solidFill>
            <a:schemeClr val="tx1"/>
          </a:solidFill>
          <a:latin typeface="+mn-lt"/>
          <a:ea typeface="+mn-ea"/>
          <a:cs typeface="+mn-cs"/>
        </a:defRPr>
      </a:lvl7pPr>
      <a:lvl8pPr marL="4989424" algn="l" defTabSz="1425550" rtl="0" eaLnBrk="1" latinLnBrk="0" hangingPunct="1">
        <a:defRPr sz="2806" kern="1200">
          <a:solidFill>
            <a:schemeClr val="tx1"/>
          </a:solidFill>
          <a:latin typeface="+mn-lt"/>
          <a:ea typeface="+mn-ea"/>
          <a:cs typeface="+mn-cs"/>
        </a:defRPr>
      </a:lvl8pPr>
      <a:lvl9pPr marL="5702198" algn="l" defTabSz="1425550" rtl="0" eaLnBrk="1" latinLnBrk="0" hangingPunct="1">
        <a:defRPr sz="280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4.png"/><Relationship Id="rId7" Type="http://schemas.microsoft.com/office/2007/relationships/hdphoto" Target="../media/hdphoto1.wdp"/><Relationship Id="rId12"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1.png"/><Relationship Id="rId5" Type="http://schemas.openxmlformats.org/officeDocument/2006/relationships/image" Target="../media/image6.png"/><Relationship Id="rId10" Type="http://schemas.openxmlformats.org/officeDocument/2006/relationships/image" Target="../media/image10.jpeg"/><Relationship Id="rId4" Type="http://schemas.openxmlformats.org/officeDocument/2006/relationships/image" Target="../media/image5.png"/><Relationship Id="rId9"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35B9D-89B3-F78F-3831-FAB80DFBF9B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313BB78-97A4-5CE2-0D84-F7D23C52BA42}"/>
              </a:ext>
            </a:extLst>
          </p:cNvPr>
          <p:cNvSpPr/>
          <p:nvPr/>
        </p:nvSpPr>
        <p:spPr>
          <a:xfrm rot="10800000">
            <a:off x="0" y="0"/>
            <a:ext cx="15119350" cy="962022"/>
          </a:xfrm>
          <a:prstGeom prst="rect">
            <a:avLst/>
          </a:prstGeom>
          <a:solidFill>
            <a:srgbClr val="C9D1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DBA1484-DB72-CA2F-970C-E9D354A606A4}"/>
              </a:ext>
            </a:extLst>
          </p:cNvPr>
          <p:cNvSpPr>
            <a:spLocks noGrp="1"/>
          </p:cNvSpPr>
          <p:nvPr>
            <p:ph type="ctrTitle"/>
          </p:nvPr>
        </p:nvSpPr>
        <p:spPr>
          <a:xfrm>
            <a:off x="136479" y="0"/>
            <a:ext cx="10212207" cy="962025"/>
          </a:xfrm>
        </p:spPr>
        <p:txBody>
          <a:bodyPr anchor="ctr">
            <a:noAutofit/>
          </a:bodyPr>
          <a:lstStyle/>
          <a:p>
            <a:pPr algn="l"/>
            <a:r>
              <a:rPr lang="en-GB" sz="4000" dirty="0">
                <a:solidFill>
                  <a:schemeClr val="bg2">
                    <a:lumMod val="25000"/>
                  </a:schemeClr>
                </a:solidFill>
                <a:latin typeface="Segoe UI" panose="020B0502040204020203" pitchFamily="34" charset="0"/>
                <a:cs typeface="Segoe UI" panose="020B0502040204020203" pitchFamily="34" charset="0"/>
              </a:rPr>
              <a:t>Regulated Irrigation System (RIS)</a:t>
            </a:r>
          </a:p>
        </p:txBody>
      </p:sp>
      <p:sp>
        <p:nvSpPr>
          <p:cNvPr id="9" name="TextBox 8">
            <a:extLst>
              <a:ext uri="{FF2B5EF4-FFF2-40B4-BE49-F238E27FC236}">
                <a16:creationId xmlns:a16="http://schemas.microsoft.com/office/drawing/2014/main" id="{5FDBCC69-A5BD-E018-7447-A709B5DF4180}"/>
              </a:ext>
            </a:extLst>
          </p:cNvPr>
          <p:cNvSpPr txBox="1"/>
          <p:nvPr/>
        </p:nvSpPr>
        <p:spPr>
          <a:xfrm>
            <a:off x="136479" y="1150937"/>
            <a:ext cx="5196114" cy="461665"/>
          </a:xfrm>
          <a:prstGeom prst="rect">
            <a:avLst/>
          </a:prstGeom>
          <a:noFill/>
        </p:spPr>
        <p:txBody>
          <a:bodyPr wrap="square" rtlCol="0">
            <a:spAutoFit/>
          </a:bodyPr>
          <a:lstStyle/>
          <a:p>
            <a:r>
              <a:rPr lang="en-GB" sz="2400" dirty="0">
                <a:solidFill>
                  <a:schemeClr val="bg2">
                    <a:lumMod val="25000"/>
                  </a:schemeClr>
                </a:solidFill>
                <a:latin typeface="Segoe UI" panose="020B0502040204020203" pitchFamily="34" charset="0"/>
                <a:cs typeface="Segoe UI" panose="020B0502040204020203" pitchFamily="34" charset="0"/>
              </a:rPr>
              <a:t>What is it?</a:t>
            </a:r>
          </a:p>
        </p:txBody>
      </p:sp>
      <p:cxnSp>
        <p:nvCxnSpPr>
          <p:cNvPr id="14" name="Straight Connector 13">
            <a:extLst>
              <a:ext uri="{FF2B5EF4-FFF2-40B4-BE49-F238E27FC236}">
                <a16:creationId xmlns:a16="http://schemas.microsoft.com/office/drawing/2014/main" id="{8091B1E5-751E-1A98-2547-0C4546EA3780}"/>
              </a:ext>
            </a:extLst>
          </p:cNvPr>
          <p:cNvCxnSpPr>
            <a:cxnSpLocks/>
          </p:cNvCxnSpPr>
          <p:nvPr/>
        </p:nvCxnSpPr>
        <p:spPr>
          <a:xfrm>
            <a:off x="136479" y="1612602"/>
            <a:ext cx="4981431" cy="0"/>
          </a:xfrm>
          <a:prstGeom prst="line">
            <a:avLst/>
          </a:prstGeom>
          <a:ln w="18000">
            <a:solidFill>
              <a:srgbClr val="CBCBCB"/>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E2E6D6D-B9AB-C1FB-A28C-D5CC28881ACF}"/>
              </a:ext>
            </a:extLst>
          </p:cNvPr>
          <p:cNvSpPr txBox="1"/>
          <p:nvPr/>
        </p:nvSpPr>
        <p:spPr>
          <a:xfrm>
            <a:off x="136479" y="1801514"/>
            <a:ext cx="4858602" cy="2462213"/>
          </a:xfrm>
          <a:prstGeom prst="rect">
            <a:avLst/>
          </a:prstGeom>
          <a:noFill/>
        </p:spPr>
        <p:txBody>
          <a:bodyPr wrap="square" rtlCol="0">
            <a:spAutoFit/>
          </a:bodyPr>
          <a:lstStyle/>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This is an irrigation system all about watering plants in any scenario possible like in a small greenhouse or industrial greenhouse due to giving you full control over its operation while being reliable, able to continue working across a whole year through all the seasons.</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For instance, using the website interface on your phone you can set routines to water certain sets of plants at certain times for a duration based of the current temperature.</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This allows all different types of plants to get the correct amount of water with no wasted.</a:t>
            </a:r>
          </a:p>
        </p:txBody>
      </p:sp>
      <p:sp>
        <p:nvSpPr>
          <p:cNvPr id="23" name="TextBox 22">
            <a:extLst>
              <a:ext uri="{FF2B5EF4-FFF2-40B4-BE49-F238E27FC236}">
                <a16:creationId xmlns:a16="http://schemas.microsoft.com/office/drawing/2014/main" id="{F769F25B-A236-C91D-AE3D-B8A1461BE826}"/>
              </a:ext>
            </a:extLst>
          </p:cNvPr>
          <p:cNvSpPr txBox="1"/>
          <p:nvPr/>
        </p:nvSpPr>
        <p:spPr>
          <a:xfrm>
            <a:off x="13306566" y="296345"/>
            <a:ext cx="1676305" cy="369332"/>
          </a:xfrm>
          <a:prstGeom prst="rect">
            <a:avLst/>
          </a:prstGeom>
          <a:noFill/>
        </p:spPr>
        <p:txBody>
          <a:bodyPr wrap="square" rtlCol="0" anchor="ctr">
            <a:spAutoFit/>
          </a:bodyPr>
          <a:lstStyle/>
          <a:p>
            <a:pPr algn="r"/>
            <a:r>
              <a:rPr lang="en-GB" dirty="0">
                <a:latin typeface="Segoe UI" panose="020B0502040204020203" pitchFamily="34" charset="0"/>
                <a:cs typeface="Segoe UI" panose="020B0502040204020203" pitchFamily="34" charset="0"/>
              </a:rPr>
              <a:t>by Sam Dixon</a:t>
            </a:r>
          </a:p>
        </p:txBody>
      </p:sp>
      <p:pic>
        <p:nvPicPr>
          <p:cNvPr id="6" name="Picture 5">
            <a:extLst>
              <a:ext uri="{FF2B5EF4-FFF2-40B4-BE49-F238E27FC236}">
                <a16:creationId xmlns:a16="http://schemas.microsoft.com/office/drawing/2014/main" id="{936BB90F-2A27-2603-F8EF-AF7519185E2E}"/>
              </a:ext>
            </a:extLst>
          </p:cNvPr>
          <p:cNvPicPr>
            <a:picLocks noChangeAspect="1"/>
          </p:cNvPicPr>
          <p:nvPr/>
        </p:nvPicPr>
        <p:blipFill>
          <a:blip r:embed="rId2"/>
          <a:srcRect l="1137"/>
          <a:stretch>
            <a:fillRect/>
          </a:stretch>
        </p:blipFill>
        <p:spPr>
          <a:xfrm>
            <a:off x="5468571" y="4452638"/>
            <a:ext cx="9584353" cy="6239175"/>
          </a:xfrm>
          <a:prstGeom prst="rect">
            <a:avLst/>
          </a:prstGeom>
        </p:spPr>
      </p:pic>
      <p:sp>
        <p:nvSpPr>
          <p:cNvPr id="7" name="TextBox 6">
            <a:extLst>
              <a:ext uri="{FF2B5EF4-FFF2-40B4-BE49-F238E27FC236}">
                <a16:creationId xmlns:a16="http://schemas.microsoft.com/office/drawing/2014/main" id="{40C3DEE9-DF72-3DF3-81CE-37CA98F5C883}"/>
              </a:ext>
            </a:extLst>
          </p:cNvPr>
          <p:cNvSpPr txBox="1"/>
          <p:nvPr/>
        </p:nvSpPr>
        <p:spPr>
          <a:xfrm>
            <a:off x="136479" y="4452638"/>
            <a:ext cx="5196114" cy="461665"/>
          </a:xfrm>
          <a:prstGeom prst="rect">
            <a:avLst/>
          </a:prstGeom>
          <a:noFill/>
        </p:spPr>
        <p:txBody>
          <a:bodyPr wrap="square" rtlCol="0">
            <a:spAutoFit/>
          </a:bodyPr>
          <a:lstStyle/>
          <a:p>
            <a:r>
              <a:rPr lang="en-GB" sz="2400" dirty="0">
                <a:solidFill>
                  <a:schemeClr val="bg2">
                    <a:lumMod val="25000"/>
                  </a:schemeClr>
                </a:solidFill>
                <a:latin typeface="Segoe UI" panose="020B0502040204020203" pitchFamily="34" charset="0"/>
                <a:cs typeface="Segoe UI" panose="020B0502040204020203" pitchFamily="34" charset="0"/>
              </a:rPr>
              <a:t>Power</a:t>
            </a:r>
          </a:p>
        </p:txBody>
      </p:sp>
      <p:cxnSp>
        <p:nvCxnSpPr>
          <p:cNvPr id="8" name="Straight Connector 7">
            <a:extLst>
              <a:ext uri="{FF2B5EF4-FFF2-40B4-BE49-F238E27FC236}">
                <a16:creationId xmlns:a16="http://schemas.microsoft.com/office/drawing/2014/main" id="{69D64AB9-E8F2-F607-678C-B5DE16206C43}"/>
              </a:ext>
            </a:extLst>
          </p:cNvPr>
          <p:cNvCxnSpPr>
            <a:cxnSpLocks/>
          </p:cNvCxnSpPr>
          <p:nvPr/>
        </p:nvCxnSpPr>
        <p:spPr>
          <a:xfrm>
            <a:off x="136479" y="4914303"/>
            <a:ext cx="4981431" cy="0"/>
          </a:xfrm>
          <a:prstGeom prst="line">
            <a:avLst/>
          </a:prstGeom>
          <a:ln w="18000">
            <a:solidFill>
              <a:srgbClr val="CBCBCB"/>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66FB380-CC2B-75B0-F481-0BADB09BDD4E}"/>
              </a:ext>
            </a:extLst>
          </p:cNvPr>
          <p:cNvSpPr txBox="1"/>
          <p:nvPr/>
        </p:nvSpPr>
        <p:spPr>
          <a:xfrm>
            <a:off x="136479" y="5103215"/>
            <a:ext cx="4858602" cy="1384995"/>
          </a:xfrm>
          <a:prstGeom prst="rect">
            <a:avLst/>
          </a:prstGeom>
          <a:noFill/>
        </p:spPr>
        <p:txBody>
          <a:bodyPr wrap="square" rtlCol="0">
            <a:spAutoFit/>
          </a:bodyPr>
          <a:lstStyle/>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It all operates off 1 battery that is charged continuously with a solar panel to ensure it can run for years in remote locations like an allotment or field.</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You can choose to power the pumps and valves by another source like mains or an external battery pack if they require more power in industrial environments.</a:t>
            </a:r>
          </a:p>
        </p:txBody>
      </p:sp>
      <p:sp>
        <p:nvSpPr>
          <p:cNvPr id="16" name="TextBox 15">
            <a:extLst>
              <a:ext uri="{FF2B5EF4-FFF2-40B4-BE49-F238E27FC236}">
                <a16:creationId xmlns:a16="http://schemas.microsoft.com/office/drawing/2014/main" id="{6310AF30-A92C-C472-DFB3-A05C5E45FCD4}"/>
              </a:ext>
            </a:extLst>
          </p:cNvPr>
          <p:cNvSpPr txBox="1"/>
          <p:nvPr/>
        </p:nvSpPr>
        <p:spPr>
          <a:xfrm>
            <a:off x="136479" y="6674522"/>
            <a:ext cx="5196114" cy="461665"/>
          </a:xfrm>
          <a:prstGeom prst="rect">
            <a:avLst/>
          </a:prstGeom>
          <a:noFill/>
        </p:spPr>
        <p:txBody>
          <a:bodyPr wrap="square" rtlCol="0">
            <a:spAutoFit/>
          </a:bodyPr>
          <a:lstStyle/>
          <a:p>
            <a:r>
              <a:rPr lang="en-GB" sz="2400" dirty="0">
                <a:solidFill>
                  <a:schemeClr val="bg2">
                    <a:lumMod val="25000"/>
                  </a:schemeClr>
                </a:solidFill>
                <a:latin typeface="Segoe UI" panose="020B0502040204020203" pitchFamily="34" charset="0"/>
                <a:cs typeface="Segoe UI" panose="020B0502040204020203" pitchFamily="34" charset="0"/>
              </a:rPr>
              <a:t>Modules</a:t>
            </a:r>
          </a:p>
        </p:txBody>
      </p:sp>
      <p:cxnSp>
        <p:nvCxnSpPr>
          <p:cNvPr id="17" name="Straight Connector 16">
            <a:extLst>
              <a:ext uri="{FF2B5EF4-FFF2-40B4-BE49-F238E27FC236}">
                <a16:creationId xmlns:a16="http://schemas.microsoft.com/office/drawing/2014/main" id="{C25FDF13-0903-F1F5-11B8-868EDE2017AE}"/>
              </a:ext>
            </a:extLst>
          </p:cNvPr>
          <p:cNvCxnSpPr>
            <a:cxnSpLocks/>
          </p:cNvCxnSpPr>
          <p:nvPr/>
        </p:nvCxnSpPr>
        <p:spPr>
          <a:xfrm>
            <a:off x="136479" y="7136187"/>
            <a:ext cx="4981431" cy="0"/>
          </a:xfrm>
          <a:prstGeom prst="line">
            <a:avLst/>
          </a:prstGeom>
          <a:ln w="18000">
            <a:solidFill>
              <a:srgbClr val="CBCBCB"/>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4196AE0-A391-2659-5103-7945E19B4363}"/>
              </a:ext>
            </a:extLst>
          </p:cNvPr>
          <p:cNvSpPr txBox="1"/>
          <p:nvPr/>
        </p:nvSpPr>
        <p:spPr>
          <a:xfrm>
            <a:off x="136479" y="7325099"/>
            <a:ext cx="4858602" cy="2677656"/>
          </a:xfrm>
          <a:prstGeom prst="rect">
            <a:avLst/>
          </a:prstGeom>
          <a:noFill/>
        </p:spPr>
        <p:txBody>
          <a:bodyPr wrap="square" rtlCol="0">
            <a:spAutoFit/>
          </a:bodyPr>
          <a:lstStyle/>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This design is made up of multiple modules which allow it to scale to any scenario with them able to sit flat on a table or be easily mounted onto a wall with keyholes.</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The command module is central, controlling all other modules based on the routines you have set.</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Each valve is chained together on a module to allow water to be pumped to specific sets of plants for different durations giving you control.</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You can add as many switch modules as needed where they interface with command to turn on certain ones of its 6 ports to power the water pumps or valves when needed.</a:t>
            </a:r>
          </a:p>
        </p:txBody>
      </p:sp>
      <p:sp>
        <p:nvSpPr>
          <p:cNvPr id="38" name="TextBox 37">
            <a:extLst>
              <a:ext uri="{FF2B5EF4-FFF2-40B4-BE49-F238E27FC236}">
                <a16:creationId xmlns:a16="http://schemas.microsoft.com/office/drawing/2014/main" id="{F95C8D83-0983-86E7-C8B2-0D115100D4A4}"/>
              </a:ext>
            </a:extLst>
          </p:cNvPr>
          <p:cNvSpPr txBox="1"/>
          <p:nvPr/>
        </p:nvSpPr>
        <p:spPr>
          <a:xfrm>
            <a:off x="5332593" y="1150937"/>
            <a:ext cx="5196114" cy="461665"/>
          </a:xfrm>
          <a:prstGeom prst="rect">
            <a:avLst/>
          </a:prstGeom>
          <a:noFill/>
        </p:spPr>
        <p:txBody>
          <a:bodyPr wrap="square" rtlCol="0">
            <a:spAutoFit/>
          </a:bodyPr>
          <a:lstStyle/>
          <a:p>
            <a:r>
              <a:rPr lang="en-GB" sz="2400" dirty="0">
                <a:solidFill>
                  <a:schemeClr val="bg2">
                    <a:lumMod val="25000"/>
                  </a:schemeClr>
                </a:solidFill>
                <a:latin typeface="Segoe UI" panose="020B0502040204020203" pitchFamily="34" charset="0"/>
                <a:cs typeface="Segoe UI" panose="020B0502040204020203" pitchFamily="34" charset="0"/>
              </a:rPr>
              <a:t>Key Points</a:t>
            </a:r>
          </a:p>
        </p:txBody>
      </p:sp>
      <p:cxnSp>
        <p:nvCxnSpPr>
          <p:cNvPr id="39" name="Straight Connector 38">
            <a:extLst>
              <a:ext uri="{FF2B5EF4-FFF2-40B4-BE49-F238E27FC236}">
                <a16:creationId xmlns:a16="http://schemas.microsoft.com/office/drawing/2014/main" id="{30FFBE2C-1D9A-2DD3-0FFC-3B6C7B8B8466}"/>
              </a:ext>
            </a:extLst>
          </p:cNvPr>
          <p:cNvCxnSpPr>
            <a:cxnSpLocks/>
          </p:cNvCxnSpPr>
          <p:nvPr/>
        </p:nvCxnSpPr>
        <p:spPr>
          <a:xfrm>
            <a:off x="5332593" y="1612602"/>
            <a:ext cx="4981431" cy="0"/>
          </a:xfrm>
          <a:prstGeom prst="line">
            <a:avLst/>
          </a:prstGeom>
          <a:ln w="18000">
            <a:solidFill>
              <a:srgbClr val="CBCBCB"/>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39ECB164-F72F-9289-BF23-CAD18378B985}"/>
              </a:ext>
            </a:extLst>
          </p:cNvPr>
          <p:cNvSpPr txBox="1"/>
          <p:nvPr/>
        </p:nvSpPr>
        <p:spPr>
          <a:xfrm>
            <a:off x="5332593" y="1801514"/>
            <a:ext cx="4858602" cy="1169551"/>
          </a:xfrm>
          <a:prstGeom prst="rect">
            <a:avLst/>
          </a:prstGeom>
          <a:noFill/>
        </p:spPr>
        <p:txBody>
          <a:bodyPr wrap="square" rtlCol="0">
            <a:spAutoFit/>
          </a:bodyPr>
          <a:lstStyle/>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Water Plants (Water Conservation).</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Any Environment and Scale (Greenhouse / Farm).</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Reliable (Works for Months / Years).</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Sustainable (Self Sufficient: Solar / Rain).</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Relatively Affordable (&lt; ~£100).</a:t>
            </a:r>
          </a:p>
        </p:txBody>
      </p:sp>
      <p:pic>
        <p:nvPicPr>
          <p:cNvPr id="51" name="Picture 50">
            <a:extLst>
              <a:ext uri="{FF2B5EF4-FFF2-40B4-BE49-F238E27FC236}">
                <a16:creationId xmlns:a16="http://schemas.microsoft.com/office/drawing/2014/main" id="{8B8ABD9A-0F29-7393-4A44-D5958B74E8C3}"/>
              </a:ext>
            </a:extLst>
          </p:cNvPr>
          <p:cNvPicPr>
            <a:picLocks noChangeAspect="1"/>
          </p:cNvPicPr>
          <p:nvPr/>
        </p:nvPicPr>
        <p:blipFill>
          <a:blip r:embed="rId3"/>
          <a:srcRect l="1670" t="-10" r="9293" b="3129"/>
          <a:stretch>
            <a:fillRect/>
          </a:stretch>
        </p:blipFill>
        <p:spPr>
          <a:xfrm>
            <a:off x="11930195" y="1150937"/>
            <a:ext cx="3052676" cy="4557211"/>
          </a:xfrm>
          <a:prstGeom prst="rect">
            <a:avLst/>
          </a:prstGeom>
        </p:spPr>
      </p:pic>
      <p:cxnSp>
        <p:nvCxnSpPr>
          <p:cNvPr id="54" name="Straight Arrow Connector 53">
            <a:extLst>
              <a:ext uri="{FF2B5EF4-FFF2-40B4-BE49-F238E27FC236}">
                <a16:creationId xmlns:a16="http://schemas.microsoft.com/office/drawing/2014/main" id="{3B0F879C-AF67-4830-AB07-A637217CE0CD}"/>
              </a:ext>
            </a:extLst>
          </p:cNvPr>
          <p:cNvCxnSpPr>
            <a:cxnSpLocks/>
          </p:cNvCxnSpPr>
          <p:nvPr/>
        </p:nvCxnSpPr>
        <p:spPr>
          <a:xfrm flipV="1">
            <a:off x="11930195" y="2186919"/>
            <a:ext cx="680905" cy="398739"/>
          </a:xfrm>
          <a:prstGeom prst="straightConnector1">
            <a:avLst/>
          </a:prstGeom>
          <a:ln w="38100">
            <a:solidFill>
              <a:schemeClr val="bg2">
                <a:lumMod val="10000"/>
              </a:schemeClr>
            </a:solidFill>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57" name="TextBox 56">
            <a:extLst>
              <a:ext uri="{FF2B5EF4-FFF2-40B4-BE49-F238E27FC236}">
                <a16:creationId xmlns:a16="http://schemas.microsoft.com/office/drawing/2014/main" id="{B4945319-6BE1-21BB-0DAA-83EB3C95E51C}"/>
              </a:ext>
            </a:extLst>
          </p:cNvPr>
          <p:cNvSpPr txBox="1"/>
          <p:nvPr/>
        </p:nvSpPr>
        <p:spPr>
          <a:xfrm>
            <a:off x="11555327" y="1150937"/>
            <a:ext cx="1751239" cy="400110"/>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Wall Mount</a:t>
            </a:r>
          </a:p>
        </p:txBody>
      </p:sp>
      <p:cxnSp>
        <p:nvCxnSpPr>
          <p:cNvPr id="58" name="Straight Connector 57">
            <a:extLst>
              <a:ext uri="{FF2B5EF4-FFF2-40B4-BE49-F238E27FC236}">
                <a16:creationId xmlns:a16="http://schemas.microsoft.com/office/drawing/2014/main" id="{77C0A031-0CB9-4ECF-D2A2-123C39549318}"/>
              </a:ext>
            </a:extLst>
          </p:cNvPr>
          <p:cNvCxnSpPr>
            <a:cxnSpLocks/>
          </p:cNvCxnSpPr>
          <p:nvPr/>
        </p:nvCxnSpPr>
        <p:spPr>
          <a:xfrm>
            <a:off x="11623400" y="1612602"/>
            <a:ext cx="1615095" cy="0"/>
          </a:xfrm>
          <a:prstGeom prst="line">
            <a:avLst/>
          </a:prstGeom>
          <a:ln w="18000">
            <a:solidFill>
              <a:srgbClr val="CBCBCB"/>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7868A844-85CF-50C8-54A9-97ECBAE70DD0}"/>
              </a:ext>
            </a:extLst>
          </p:cNvPr>
          <p:cNvSpPr txBox="1"/>
          <p:nvPr/>
        </p:nvSpPr>
        <p:spPr>
          <a:xfrm rot="19814844">
            <a:off x="6672734" y="5270203"/>
            <a:ext cx="1125478" cy="400110"/>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Valve 1</a:t>
            </a:r>
          </a:p>
        </p:txBody>
      </p:sp>
      <p:sp>
        <p:nvSpPr>
          <p:cNvPr id="63" name="TextBox 62">
            <a:extLst>
              <a:ext uri="{FF2B5EF4-FFF2-40B4-BE49-F238E27FC236}">
                <a16:creationId xmlns:a16="http://schemas.microsoft.com/office/drawing/2014/main" id="{89718ABF-AD74-82B0-7E94-EB13A2FA8AA9}"/>
              </a:ext>
            </a:extLst>
          </p:cNvPr>
          <p:cNvSpPr txBox="1"/>
          <p:nvPr/>
        </p:nvSpPr>
        <p:spPr>
          <a:xfrm>
            <a:off x="11766572" y="7189721"/>
            <a:ext cx="1751239" cy="707886"/>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Command</a:t>
            </a:r>
          </a:p>
          <a:p>
            <a:pPr algn="ctr"/>
            <a:r>
              <a:rPr lang="en-GB" sz="2000" dirty="0">
                <a:solidFill>
                  <a:schemeClr val="bg2">
                    <a:lumMod val="25000"/>
                  </a:schemeClr>
                </a:solidFill>
                <a:latin typeface="Segoe UI" panose="020B0502040204020203" pitchFamily="34" charset="0"/>
                <a:cs typeface="Segoe UI" panose="020B0502040204020203" pitchFamily="34" charset="0"/>
              </a:rPr>
              <a:t>Module</a:t>
            </a:r>
          </a:p>
        </p:txBody>
      </p:sp>
      <p:sp>
        <p:nvSpPr>
          <p:cNvPr id="64" name="TextBox 63">
            <a:extLst>
              <a:ext uri="{FF2B5EF4-FFF2-40B4-BE49-F238E27FC236}">
                <a16:creationId xmlns:a16="http://schemas.microsoft.com/office/drawing/2014/main" id="{E9EE4BF1-F460-BDFB-6359-2C73A86B439A}"/>
              </a:ext>
            </a:extLst>
          </p:cNvPr>
          <p:cNvSpPr txBox="1"/>
          <p:nvPr/>
        </p:nvSpPr>
        <p:spPr>
          <a:xfrm>
            <a:off x="12874315" y="7790539"/>
            <a:ext cx="1751239" cy="707886"/>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Switch</a:t>
            </a:r>
          </a:p>
          <a:p>
            <a:pPr algn="ctr"/>
            <a:r>
              <a:rPr lang="en-GB" sz="2000" dirty="0">
                <a:solidFill>
                  <a:schemeClr val="bg2">
                    <a:lumMod val="25000"/>
                  </a:schemeClr>
                </a:solidFill>
                <a:latin typeface="Segoe UI" panose="020B0502040204020203" pitchFamily="34" charset="0"/>
                <a:cs typeface="Segoe UI" panose="020B0502040204020203" pitchFamily="34" charset="0"/>
              </a:rPr>
              <a:t>Module</a:t>
            </a:r>
          </a:p>
        </p:txBody>
      </p:sp>
      <p:sp>
        <p:nvSpPr>
          <p:cNvPr id="65" name="TextBox 64">
            <a:extLst>
              <a:ext uri="{FF2B5EF4-FFF2-40B4-BE49-F238E27FC236}">
                <a16:creationId xmlns:a16="http://schemas.microsoft.com/office/drawing/2014/main" id="{E335D26E-D06A-1007-B12A-0DA7D8DE1D54}"/>
              </a:ext>
            </a:extLst>
          </p:cNvPr>
          <p:cNvSpPr txBox="1"/>
          <p:nvPr/>
        </p:nvSpPr>
        <p:spPr>
          <a:xfrm rot="19814844">
            <a:off x="8199066" y="6125547"/>
            <a:ext cx="1125478" cy="400110"/>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Valve 2</a:t>
            </a:r>
          </a:p>
        </p:txBody>
      </p:sp>
      <p:sp>
        <p:nvSpPr>
          <p:cNvPr id="67" name="TextBox 66">
            <a:extLst>
              <a:ext uri="{FF2B5EF4-FFF2-40B4-BE49-F238E27FC236}">
                <a16:creationId xmlns:a16="http://schemas.microsoft.com/office/drawing/2014/main" id="{5555708B-DF4E-06A9-B158-DAA9760FC8A5}"/>
              </a:ext>
            </a:extLst>
          </p:cNvPr>
          <p:cNvSpPr txBox="1"/>
          <p:nvPr/>
        </p:nvSpPr>
        <p:spPr>
          <a:xfrm rot="19814844">
            <a:off x="7985653" y="7944427"/>
            <a:ext cx="2254886" cy="400110"/>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Valve Module</a:t>
            </a:r>
          </a:p>
        </p:txBody>
      </p:sp>
      <p:sp>
        <p:nvSpPr>
          <p:cNvPr id="69" name="TextBox 68">
            <a:extLst>
              <a:ext uri="{FF2B5EF4-FFF2-40B4-BE49-F238E27FC236}">
                <a16:creationId xmlns:a16="http://schemas.microsoft.com/office/drawing/2014/main" id="{DEE884B4-4AE8-3E9D-9C46-DE7FD92152BB}"/>
              </a:ext>
            </a:extLst>
          </p:cNvPr>
          <p:cNvSpPr txBox="1"/>
          <p:nvPr/>
        </p:nvSpPr>
        <p:spPr>
          <a:xfrm rot="19814844">
            <a:off x="6450541" y="7089082"/>
            <a:ext cx="2254886" cy="400110"/>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Valve Module</a:t>
            </a:r>
          </a:p>
        </p:txBody>
      </p:sp>
      <p:sp>
        <p:nvSpPr>
          <p:cNvPr id="70" name="TextBox 69">
            <a:extLst>
              <a:ext uri="{FF2B5EF4-FFF2-40B4-BE49-F238E27FC236}">
                <a16:creationId xmlns:a16="http://schemas.microsoft.com/office/drawing/2014/main" id="{189B2944-4065-46E7-45C2-2F2B054A1734}"/>
              </a:ext>
            </a:extLst>
          </p:cNvPr>
          <p:cNvSpPr txBox="1"/>
          <p:nvPr/>
        </p:nvSpPr>
        <p:spPr>
          <a:xfrm>
            <a:off x="13756740" y="9602645"/>
            <a:ext cx="764478" cy="400110"/>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Ports</a:t>
            </a:r>
          </a:p>
        </p:txBody>
      </p:sp>
      <p:cxnSp>
        <p:nvCxnSpPr>
          <p:cNvPr id="73" name="Connector: Curved 72">
            <a:extLst>
              <a:ext uri="{FF2B5EF4-FFF2-40B4-BE49-F238E27FC236}">
                <a16:creationId xmlns:a16="http://schemas.microsoft.com/office/drawing/2014/main" id="{3F57262C-2613-00A8-B8DA-D7C607747EA4}"/>
              </a:ext>
            </a:extLst>
          </p:cNvPr>
          <p:cNvCxnSpPr>
            <a:cxnSpLocks/>
          </p:cNvCxnSpPr>
          <p:nvPr/>
        </p:nvCxnSpPr>
        <p:spPr>
          <a:xfrm rot="10800000">
            <a:off x="12757621" y="9024939"/>
            <a:ext cx="992318" cy="777763"/>
          </a:xfrm>
          <a:prstGeom prst="curvedConnector3">
            <a:avLst/>
          </a:prstGeom>
          <a:ln w="38100">
            <a:solidFill>
              <a:schemeClr val="bg2">
                <a:lumMod val="1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6345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2FA6B-834D-D0E8-1FE7-F3E045A7A9F7}"/>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F57F4648-F2E0-863C-8C21-6594A188BA4D}"/>
              </a:ext>
            </a:extLst>
          </p:cNvPr>
          <p:cNvPicPr>
            <a:picLocks noChangeAspect="1"/>
          </p:cNvPicPr>
          <p:nvPr/>
        </p:nvPicPr>
        <p:blipFill>
          <a:blip r:embed="rId2"/>
          <a:stretch>
            <a:fillRect/>
          </a:stretch>
        </p:blipFill>
        <p:spPr>
          <a:xfrm>
            <a:off x="11056700" y="3978809"/>
            <a:ext cx="1594793" cy="3630383"/>
          </a:xfrm>
          <a:prstGeom prst="rect">
            <a:avLst/>
          </a:prstGeom>
        </p:spPr>
      </p:pic>
      <p:cxnSp>
        <p:nvCxnSpPr>
          <p:cNvPr id="1039" name="Straight Arrow Connector 1038">
            <a:extLst>
              <a:ext uri="{FF2B5EF4-FFF2-40B4-BE49-F238E27FC236}">
                <a16:creationId xmlns:a16="http://schemas.microsoft.com/office/drawing/2014/main" id="{46C1192D-1566-6886-E2F2-D4EE332CE644}"/>
              </a:ext>
            </a:extLst>
          </p:cNvPr>
          <p:cNvCxnSpPr>
            <a:cxnSpLocks/>
          </p:cNvCxnSpPr>
          <p:nvPr/>
        </p:nvCxnSpPr>
        <p:spPr>
          <a:xfrm>
            <a:off x="1885005" y="5887463"/>
            <a:ext cx="9625483" cy="0"/>
          </a:xfrm>
          <a:prstGeom prst="straightConnector1">
            <a:avLst/>
          </a:prstGeom>
          <a:ln w="57150" cap="rnd">
            <a:solidFill>
              <a:schemeClr val="accent2">
                <a:lumMod val="75000"/>
              </a:schemeClr>
            </a:solidFill>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41" name="Straight Arrow Connector 1040">
            <a:extLst>
              <a:ext uri="{FF2B5EF4-FFF2-40B4-BE49-F238E27FC236}">
                <a16:creationId xmlns:a16="http://schemas.microsoft.com/office/drawing/2014/main" id="{C8F1F25F-735F-A642-FF1A-1A1BF9B073CD}"/>
              </a:ext>
            </a:extLst>
          </p:cNvPr>
          <p:cNvCxnSpPr>
            <a:cxnSpLocks/>
          </p:cNvCxnSpPr>
          <p:nvPr/>
        </p:nvCxnSpPr>
        <p:spPr>
          <a:xfrm flipV="1">
            <a:off x="4586288" y="5454429"/>
            <a:ext cx="6924200" cy="6599"/>
          </a:xfrm>
          <a:prstGeom prst="straightConnector1">
            <a:avLst/>
          </a:prstGeom>
          <a:ln w="57150" cap="rnd">
            <a:solidFill>
              <a:schemeClr val="accent2">
                <a:lumMod val="7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pic>
        <p:nvPicPr>
          <p:cNvPr id="19" name="Picture 18">
            <a:extLst>
              <a:ext uri="{FF2B5EF4-FFF2-40B4-BE49-F238E27FC236}">
                <a16:creationId xmlns:a16="http://schemas.microsoft.com/office/drawing/2014/main" id="{C8B5AA41-F379-849B-1127-3427D06A9BD2}"/>
              </a:ext>
            </a:extLst>
          </p:cNvPr>
          <p:cNvPicPr>
            <a:picLocks noChangeAspect="1"/>
          </p:cNvPicPr>
          <p:nvPr/>
        </p:nvPicPr>
        <p:blipFill>
          <a:blip r:embed="rId3"/>
          <a:stretch>
            <a:fillRect/>
          </a:stretch>
        </p:blipFill>
        <p:spPr>
          <a:xfrm>
            <a:off x="7070727" y="1150937"/>
            <a:ext cx="2327055" cy="3746875"/>
          </a:xfrm>
          <a:prstGeom prst="rect">
            <a:avLst/>
          </a:prstGeom>
        </p:spPr>
      </p:pic>
      <p:pic>
        <p:nvPicPr>
          <p:cNvPr id="45" name="Picture 44">
            <a:extLst>
              <a:ext uri="{FF2B5EF4-FFF2-40B4-BE49-F238E27FC236}">
                <a16:creationId xmlns:a16="http://schemas.microsoft.com/office/drawing/2014/main" id="{1161BF3A-07FD-F516-D4EA-DE821943A5AB}"/>
              </a:ext>
            </a:extLst>
          </p:cNvPr>
          <p:cNvPicPr>
            <a:picLocks noChangeAspect="1"/>
          </p:cNvPicPr>
          <p:nvPr/>
        </p:nvPicPr>
        <p:blipFill>
          <a:blip r:embed="rId4"/>
          <a:stretch>
            <a:fillRect/>
          </a:stretch>
        </p:blipFill>
        <p:spPr>
          <a:xfrm flipH="1">
            <a:off x="2161582" y="272807"/>
            <a:ext cx="1656563" cy="2055047"/>
          </a:xfrm>
          <a:prstGeom prst="rect">
            <a:avLst/>
          </a:prstGeom>
        </p:spPr>
      </p:pic>
      <p:sp>
        <p:nvSpPr>
          <p:cNvPr id="5" name="Rectangle 4">
            <a:extLst>
              <a:ext uri="{FF2B5EF4-FFF2-40B4-BE49-F238E27FC236}">
                <a16:creationId xmlns:a16="http://schemas.microsoft.com/office/drawing/2014/main" id="{0470BEF4-9069-01CB-DC8E-697ADD7FF9BD}"/>
              </a:ext>
            </a:extLst>
          </p:cNvPr>
          <p:cNvSpPr/>
          <p:nvPr/>
        </p:nvSpPr>
        <p:spPr>
          <a:xfrm rot="10800000">
            <a:off x="0" y="0"/>
            <a:ext cx="15119350" cy="962022"/>
          </a:xfrm>
          <a:prstGeom prst="rect">
            <a:avLst/>
          </a:prstGeom>
          <a:solidFill>
            <a:srgbClr val="C9D1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B3D0F32-98B2-FA3D-C245-3DEF15AFDC74}"/>
              </a:ext>
            </a:extLst>
          </p:cNvPr>
          <p:cNvSpPr>
            <a:spLocks noGrp="1"/>
          </p:cNvSpPr>
          <p:nvPr>
            <p:ph type="ctrTitle"/>
          </p:nvPr>
        </p:nvSpPr>
        <p:spPr>
          <a:xfrm>
            <a:off x="136479" y="0"/>
            <a:ext cx="10212207" cy="962025"/>
          </a:xfrm>
        </p:spPr>
        <p:txBody>
          <a:bodyPr anchor="ctr">
            <a:noAutofit/>
          </a:bodyPr>
          <a:lstStyle/>
          <a:p>
            <a:pPr algn="l"/>
            <a:r>
              <a:rPr lang="en-GB" sz="4000" dirty="0">
                <a:solidFill>
                  <a:schemeClr val="bg2">
                    <a:lumMod val="25000"/>
                  </a:schemeClr>
                </a:solidFill>
                <a:latin typeface="Segoe UI" panose="020B0502040204020203" pitchFamily="34" charset="0"/>
                <a:cs typeface="Segoe UI" panose="020B0502040204020203" pitchFamily="34" charset="0"/>
              </a:rPr>
              <a:t>Regulated Irrigation System (RIS)</a:t>
            </a:r>
          </a:p>
        </p:txBody>
      </p:sp>
      <p:sp>
        <p:nvSpPr>
          <p:cNvPr id="23" name="TextBox 22">
            <a:extLst>
              <a:ext uri="{FF2B5EF4-FFF2-40B4-BE49-F238E27FC236}">
                <a16:creationId xmlns:a16="http://schemas.microsoft.com/office/drawing/2014/main" id="{50EAD443-E951-22F2-22AD-25869C529DC7}"/>
              </a:ext>
            </a:extLst>
          </p:cNvPr>
          <p:cNvSpPr txBox="1"/>
          <p:nvPr/>
        </p:nvSpPr>
        <p:spPr>
          <a:xfrm>
            <a:off x="13306566" y="296345"/>
            <a:ext cx="1676305" cy="369332"/>
          </a:xfrm>
          <a:prstGeom prst="rect">
            <a:avLst/>
          </a:prstGeom>
          <a:noFill/>
        </p:spPr>
        <p:txBody>
          <a:bodyPr wrap="square" rtlCol="0" anchor="ctr">
            <a:spAutoFit/>
          </a:bodyPr>
          <a:lstStyle/>
          <a:p>
            <a:pPr algn="r"/>
            <a:r>
              <a:rPr lang="en-GB" dirty="0">
                <a:latin typeface="Segoe UI" panose="020B0502040204020203" pitchFamily="34" charset="0"/>
                <a:cs typeface="Segoe UI" panose="020B0502040204020203" pitchFamily="34" charset="0"/>
              </a:rPr>
              <a:t>by Sam Dixon</a:t>
            </a:r>
          </a:p>
        </p:txBody>
      </p:sp>
      <p:pic>
        <p:nvPicPr>
          <p:cNvPr id="13" name="Picture 12">
            <a:extLst>
              <a:ext uri="{FF2B5EF4-FFF2-40B4-BE49-F238E27FC236}">
                <a16:creationId xmlns:a16="http://schemas.microsoft.com/office/drawing/2014/main" id="{DD2B23D3-9F1B-A13D-EC0E-6271DFEEA8B3}"/>
              </a:ext>
            </a:extLst>
          </p:cNvPr>
          <p:cNvPicPr>
            <a:picLocks noChangeAspect="1"/>
          </p:cNvPicPr>
          <p:nvPr/>
        </p:nvPicPr>
        <p:blipFill>
          <a:blip r:embed="rId5"/>
          <a:srcRect l="486" r="1262"/>
          <a:stretch>
            <a:fillRect/>
          </a:stretch>
        </p:blipFill>
        <p:spPr>
          <a:xfrm>
            <a:off x="9259428" y="4006152"/>
            <a:ext cx="1551373" cy="3603040"/>
          </a:xfrm>
          <a:prstGeom prst="rect">
            <a:avLst/>
          </a:prstGeom>
        </p:spPr>
      </p:pic>
      <p:pic>
        <p:nvPicPr>
          <p:cNvPr id="16" name="Picture 15">
            <a:extLst>
              <a:ext uri="{FF2B5EF4-FFF2-40B4-BE49-F238E27FC236}">
                <a16:creationId xmlns:a16="http://schemas.microsoft.com/office/drawing/2014/main" id="{0895D2AD-EEC2-CFAF-6425-6A5C865E7BCC}"/>
              </a:ext>
            </a:extLst>
          </p:cNvPr>
          <p:cNvPicPr>
            <a:picLocks noChangeAspect="1"/>
          </p:cNvPicPr>
          <p:nvPr/>
        </p:nvPicPr>
        <p:blipFill>
          <a:blip r:embed="rId3"/>
          <a:stretch>
            <a:fillRect/>
          </a:stretch>
        </p:blipFill>
        <p:spPr>
          <a:xfrm>
            <a:off x="4517694" y="1150937"/>
            <a:ext cx="2327055" cy="3746875"/>
          </a:xfrm>
          <a:prstGeom prst="rect">
            <a:avLst/>
          </a:prstGeom>
        </p:spPr>
      </p:pic>
      <p:pic>
        <p:nvPicPr>
          <p:cNvPr id="17" name="Picture 16">
            <a:extLst>
              <a:ext uri="{FF2B5EF4-FFF2-40B4-BE49-F238E27FC236}">
                <a16:creationId xmlns:a16="http://schemas.microsoft.com/office/drawing/2014/main" id="{5135A312-EF6F-2548-93B7-E29C83258F12}"/>
              </a:ext>
            </a:extLst>
          </p:cNvPr>
          <p:cNvPicPr>
            <a:picLocks noChangeAspect="1"/>
          </p:cNvPicPr>
          <p:nvPr/>
        </p:nvPicPr>
        <p:blipFill>
          <a:blip r:embed="rId2"/>
          <a:stretch>
            <a:fillRect/>
          </a:stretch>
        </p:blipFill>
        <p:spPr>
          <a:xfrm>
            <a:off x="12877471" y="3978808"/>
            <a:ext cx="1594793" cy="3630383"/>
          </a:xfrm>
          <a:prstGeom prst="rect">
            <a:avLst/>
          </a:prstGeom>
        </p:spPr>
      </p:pic>
      <p:sp>
        <p:nvSpPr>
          <p:cNvPr id="27" name="TextBox 26">
            <a:extLst>
              <a:ext uri="{FF2B5EF4-FFF2-40B4-BE49-F238E27FC236}">
                <a16:creationId xmlns:a16="http://schemas.microsoft.com/office/drawing/2014/main" id="{2EAE2AEB-F84E-017E-B084-3D1D93729BA6}"/>
              </a:ext>
            </a:extLst>
          </p:cNvPr>
          <p:cNvSpPr txBox="1"/>
          <p:nvPr/>
        </p:nvSpPr>
        <p:spPr>
          <a:xfrm>
            <a:off x="159448" y="3451507"/>
            <a:ext cx="1656563" cy="461665"/>
          </a:xfrm>
          <a:prstGeom prst="rect">
            <a:avLst/>
          </a:prstGeom>
          <a:noFill/>
        </p:spPr>
        <p:txBody>
          <a:bodyPr wrap="square" rtlCol="0">
            <a:spAutoFit/>
          </a:bodyPr>
          <a:lstStyle/>
          <a:p>
            <a:r>
              <a:rPr lang="en-GB" sz="2400" dirty="0">
                <a:solidFill>
                  <a:schemeClr val="bg2">
                    <a:lumMod val="25000"/>
                  </a:schemeClr>
                </a:solidFill>
                <a:latin typeface="Segoe UI" panose="020B0502040204020203" pitchFamily="34" charset="0"/>
                <a:cs typeface="Segoe UI" panose="020B0502040204020203" pitchFamily="34" charset="0"/>
              </a:rPr>
              <a:t>Pump 2</a:t>
            </a:r>
          </a:p>
        </p:txBody>
      </p:sp>
      <p:sp>
        <p:nvSpPr>
          <p:cNvPr id="28" name="TextBox 27">
            <a:extLst>
              <a:ext uri="{FF2B5EF4-FFF2-40B4-BE49-F238E27FC236}">
                <a16:creationId xmlns:a16="http://schemas.microsoft.com/office/drawing/2014/main" id="{882E86AB-D778-3644-E629-82C67AD87337}"/>
              </a:ext>
            </a:extLst>
          </p:cNvPr>
          <p:cNvSpPr txBox="1"/>
          <p:nvPr/>
        </p:nvSpPr>
        <p:spPr>
          <a:xfrm>
            <a:off x="136479" y="6132307"/>
            <a:ext cx="5196114" cy="461665"/>
          </a:xfrm>
          <a:prstGeom prst="rect">
            <a:avLst/>
          </a:prstGeom>
          <a:noFill/>
        </p:spPr>
        <p:txBody>
          <a:bodyPr wrap="square" rtlCol="0">
            <a:spAutoFit/>
          </a:bodyPr>
          <a:lstStyle/>
          <a:p>
            <a:r>
              <a:rPr lang="en-GB" sz="2400" dirty="0">
                <a:solidFill>
                  <a:schemeClr val="bg2">
                    <a:lumMod val="25000"/>
                  </a:schemeClr>
                </a:solidFill>
                <a:latin typeface="Segoe UI" panose="020B0502040204020203" pitchFamily="34" charset="0"/>
                <a:cs typeface="Segoe UI" panose="020B0502040204020203" pitchFamily="34" charset="0"/>
              </a:rPr>
              <a:t>Small Greenhouse Scenario</a:t>
            </a:r>
          </a:p>
        </p:txBody>
      </p:sp>
      <p:cxnSp>
        <p:nvCxnSpPr>
          <p:cNvPr id="29" name="Straight Connector 28">
            <a:extLst>
              <a:ext uri="{FF2B5EF4-FFF2-40B4-BE49-F238E27FC236}">
                <a16:creationId xmlns:a16="http://schemas.microsoft.com/office/drawing/2014/main" id="{01E3964C-464B-5D81-0C70-9F9AD87D33E8}"/>
              </a:ext>
            </a:extLst>
          </p:cNvPr>
          <p:cNvCxnSpPr>
            <a:cxnSpLocks/>
          </p:cNvCxnSpPr>
          <p:nvPr/>
        </p:nvCxnSpPr>
        <p:spPr>
          <a:xfrm>
            <a:off x="136479" y="6593972"/>
            <a:ext cx="4981431" cy="0"/>
          </a:xfrm>
          <a:prstGeom prst="line">
            <a:avLst/>
          </a:prstGeom>
          <a:ln w="18000">
            <a:solidFill>
              <a:srgbClr val="CBCBCB"/>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8D2475A-4D19-AE12-3EF1-F6A8ACA84C5B}"/>
              </a:ext>
            </a:extLst>
          </p:cNvPr>
          <p:cNvSpPr txBox="1"/>
          <p:nvPr/>
        </p:nvSpPr>
        <p:spPr>
          <a:xfrm>
            <a:off x="136479" y="6782884"/>
            <a:ext cx="4858602" cy="3754874"/>
          </a:xfrm>
          <a:prstGeom prst="rect">
            <a:avLst/>
          </a:prstGeom>
          <a:noFill/>
        </p:spPr>
        <p:txBody>
          <a:bodyPr wrap="square" rtlCol="0">
            <a:spAutoFit/>
          </a:bodyPr>
          <a:lstStyle/>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To take advantage of it in this scenario you can have both sides of the greenhouse on different valves because they may get a different amount of sunlight or have different varieties of plant so one side needs more water than the other.</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Then you can have a pump that is operated with each valve at a time taking water out of a water tank and distributing it but also have another that fills the tank every couple weeks with more water from a water butt.</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Due to only giving the plants the water they need they will have increased yields, and it will conserve water which is important when using a water butt as when there is little rainfall it will still have leftover water.</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As well as this due to water duration being done based of temperature, across the year plants will get more water in the summer when they need it more and little to none in the winter when they don’t need it.</a:t>
            </a:r>
          </a:p>
        </p:txBody>
      </p:sp>
      <p:pic>
        <p:nvPicPr>
          <p:cNvPr id="48" name="Picture 47">
            <a:extLst>
              <a:ext uri="{FF2B5EF4-FFF2-40B4-BE49-F238E27FC236}">
                <a16:creationId xmlns:a16="http://schemas.microsoft.com/office/drawing/2014/main" id="{F8CB1E56-8B1E-8C91-3610-A34567952A61}"/>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8123" b="96639" l="2924" r="95322">
                        <a14:foregroundMark x1="67544" y1="17367" x2="67544" y2="17367"/>
                        <a14:foregroundMark x1="95614" y1="22129" x2="95614" y2="22129"/>
                        <a14:foregroundMark x1="6140" y1="68908" x2="6140" y2="68908"/>
                        <a14:foregroundMark x1="3216" y1="81232" x2="3216" y2="81232"/>
                        <a14:foregroundMark x1="60819" y1="87675" x2="60819" y2="87675"/>
                        <a14:foregroundMark x1="78070" y1="91877" x2="78070" y2="91877"/>
                        <a14:foregroundMark x1="84211" y1="96639" x2="84211" y2="96639"/>
                        <a14:foregroundMark x1="20760" y1="8123" x2="20760" y2="8123"/>
                      </a14:backgroundRemoval>
                    </a14:imgEffect>
                  </a14:imgLayer>
                </a14:imgProps>
              </a:ext>
            </a:extLst>
          </a:blip>
          <a:stretch>
            <a:fillRect/>
          </a:stretch>
        </p:blipFill>
        <p:spPr>
          <a:xfrm>
            <a:off x="7489387" y="8305373"/>
            <a:ext cx="1378423" cy="1438880"/>
          </a:xfrm>
          <a:prstGeom prst="rect">
            <a:avLst/>
          </a:prstGeom>
        </p:spPr>
      </p:pic>
      <p:cxnSp>
        <p:nvCxnSpPr>
          <p:cNvPr id="40" name="Straight Arrow Connector 39">
            <a:extLst>
              <a:ext uri="{FF2B5EF4-FFF2-40B4-BE49-F238E27FC236}">
                <a16:creationId xmlns:a16="http://schemas.microsoft.com/office/drawing/2014/main" id="{AFCBA258-82BB-60D3-C89E-AF6BE5D51049}"/>
              </a:ext>
            </a:extLst>
          </p:cNvPr>
          <p:cNvCxnSpPr>
            <a:cxnSpLocks/>
          </p:cNvCxnSpPr>
          <p:nvPr/>
        </p:nvCxnSpPr>
        <p:spPr>
          <a:xfrm flipV="1">
            <a:off x="10404509" y="7367232"/>
            <a:ext cx="0" cy="729018"/>
          </a:xfrm>
          <a:prstGeom prst="straightConnector1">
            <a:avLst/>
          </a:prstGeom>
          <a:ln w="57150" cap="rnd">
            <a:solidFill>
              <a:schemeClr val="bg2">
                <a:lumMod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20A2D32F-0FD3-7F6F-979D-B4DB359393B5}"/>
              </a:ext>
            </a:extLst>
          </p:cNvPr>
          <p:cNvCxnSpPr>
            <a:cxnSpLocks/>
          </p:cNvCxnSpPr>
          <p:nvPr/>
        </p:nvCxnSpPr>
        <p:spPr>
          <a:xfrm flipH="1">
            <a:off x="10422731" y="8065116"/>
            <a:ext cx="1296194" cy="0"/>
          </a:xfrm>
          <a:prstGeom prst="straightConnector1">
            <a:avLst/>
          </a:prstGeom>
          <a:ln w="57150" cap="rnd">
            <a:solidFill>
              <a:schemeClr val="bg2">
                <a:lumMod val="25000"/>
              </a:schemeClr>
            </a:solidFill>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0F5BFFA8-3156-C43F-2235-99AF61D0F30E}"/>
              </a:ext>
            </a:extLst>
          </p:cNvPr>
          <p:cNvCxnSpPr>
            <a:cxnSpLocks/>
          </p:cNvCxnSpPr>
          <p:nvPr/>
        </p:nvCxnSpPr>
        <p:spPr>
          <a:xfrm>
            <a:off x="11718925" y="7367232"/>
            <a:ext cx="0" cy="697884"/>
          </a:xfrm>
          <a:prstGeom prst="straightConnector1">
            <a:avLst/>
          </a:prstGeom>
          <a:ln w="57150" cap="rnd">
            <a:solidFill>
              <a:schemeClr val="bg2">
                <a:lumMod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3617CECB-983C-0ED8-6440-10B71A34A3E3}"/>
              </a:ext>
            </a:extLst>
          </p:cNvPr>
          <p:cNvCxnSpPr>
            <a:cxnSpLocks/>
          </p:cNvCxnSpPr>
          <p:nvPr/>
        </p:nvCxnSpPr>
        <p:spPr>
          <a:xfrm flipV="1">
            <a:off x="12024447" y="7367232"/>
            <a:ext cx="0" cy="729018"/>
          </a:xfrm>
          <a:prstGeom prst="straightConnector1">
            <a:avLst/>
          </a:prstGeom>
          <a:ln w="57150" cap="rnd">
            <a:solidFill>
              <a:schemeClr val="bg2">
                <a:lumMod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A40EF863-4D83-B646-00A5-8EAC59411544}"/>
              </a:ext>
            </a:extLst>
          </p:cNvPr>
          <p:cNvCxnSpPr>
            <a:cxnSpLocks/>
          </p:cNvCxnSpPr>
          <p:nvPr/>
        </p:nvCxnSpPr>
        <p:spPr>
          <a:xfrm flipH="1">
            <a:off x="12049125" y="8070850"/>
            <a:ext cx="1478859" cy="0"/>
          </a:xfrm>
          <a:prstGeom prst="straightConnector1">
            <a:avLst/>
          </a:prstGeom>
          <a:ln w="57150" cap="rnd">
            <a:solidFill>
              <a:schemeClr val="bg2">
                <a:lumMod val="25000"/>
              </a:schemeClr>
            </a:solidFill>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E7DF9757-0F5E-F020-9DBB-DDC55F4BAD4B}"/>
              </a:ext>
            </a:extLst>
          </p:cNvPr>
          <p:cNvCxnSpPr>
            <a:cxnSpLocks/>
          </p:cNvCxnSpPr>
          <p:nvPr/>
        </p:nvCxnSpPr>
        <p:spPr>
          <a:xfrm flipH="1">
            <a:off x="13533436" y="7361498"/>
            <a:ext cx="5452" cy="703618"/>
          </a:xfrm>
          <a:prstGeom prst="straightConnector1">
            <a:avLst/>
          </a:prstGeom>
          <a:ln w="57150" cap="rnd">
            <a:solidFill>
              <a:schemeClr val="bg2">
                <a:lumMod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92D2E93D-8209-694D-BFCB-C4CE1FACC214}"/>
              </a:ext>
            </a:extLst>
          </p:cNvPr>
          <p:cNvCxnSpPr>
            <a:cxnSpLocks/>
          </p:cNvCxnSpPr>
          <p:nvPr/>
        </p:nvCxnSpPr>
        <p:spPr>
          <a:xfrm flipV="1">
            <a:off x="13838959" y="7392632"/>
            <a:ext cx="0" cy="703618"/>
          </a:xfrm>
          <a:prstGeom prst="straightConnector1">
            <a:avLst/>
          </a:prstGeom>
          <a:ln w="57150" cap="rnd">
            <a:solidFill>
              <a:schemeClr val="bg2">
                <a:lumMod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D48C6B4A-EB88-79F4-83B5-02A3F0229532}"/>
              </a:ext>
            </a:extLst>
          </p:cNvPr>
          <p:cNvCxnSpPr>
            <a:cxnSpLocks/>
          </p:cNvCxnSpPr>
          <p:nvPr/>
        </p:nvCxnSpPr>
        <p:spPr>
          <a:xfrm flipH="1">
            <a:off x="13868401" y="8068907"/>
            <a:ext cx="818887" cy="0"/>
          </a:xfrm>
          <a:prstGeom prst="straightConnector1">
            <a:avLst/>
          </a:prstGeom>
          <a:ln w="57150" cap="rnd" cmpd="sng" algn="ctr">
            <a:solidFill>
              <a:schemeClr val="bg2">
                <a:lumMod val="25000"/>
              </a:schemeClr>
            </a:solidFill>
            <a:prstDash val="sysDash"/>
            <a:round/>
            <a:headEnd type="arrow" w="med" len="med"/>
            <a:tailEnd type="none" w="med" len="med"/>
          </a:ln>
        </p:spPr>
        <p:style>
          <a:lnRef idx="0">
            <a:scrgbClr r="0" g="0" b="0"/>
          </a:lnRef>
          <a:fillRef idx="0">
            <a:scrgbClr r="0" g="0" b="0"/>
          </a:fillRef>
          <a:effectRef idx="0">
            <a:scrgbClr r="0" g="0" b="0"/>
          </a:effectRef>
          <a:fontRef idx="minor">
            <a:schemeClr val="tx1"/>
          </a:fontRef>
        </p:style>
      </p:cxnSp>
      <p:cxnSp>
        <p:nvCxnSpPr>
          <p:cNvPr id="69" name="Straight Arrow Connector 68">
            <a:extLst>
              <a:ext uri="{FF2B5EF4-FFF2-40B4-BE49-F238E27FC236}">
                <a16:creationId xmlns:a16="http://schemas.microsoft.com/office/drawing/2014/main" id="{5FFA84C0-D8BD-9463-8880-F77E2E957619}"/>
              </a:ext>
            </a:extLst>
          </p:cNvPr>
          <p:cNvCxnSpPr>
            <a:cxnSpLocks/>
            <a:endCxn id="48" idx="0"/>
          </p:cNvCxnSpPr>
          <p:nvPr/>
        </p:nvCxnSpPr>
        <p:spPr>
          <a:xfrm flipH="1">
            <a:off x="8178599" y="8029575"/>
            <a:ext cx="707432" cy="275798"/>
          </a:xfrm>
          <a:prstGeom prst="straightConnector1">
            <a:avLst/>
          </a:prstGeom>
          <a:ln w="57150" cap="rnd">
            <a:solidFill>
              <a:schemeClr val="bg2">
                <a:lumMod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D78D30C8-B6E9-A3DD-7E4E-D6026BE3E411}"/>
              </a:ext>
            </a:extLst>
          </p:cNvPr>
          <p:cNvCxnSpPr>
            <a:cxnSpLocks/>
          </p:cNvCxnSpPr>
          <p:nvPr/>
        </p:nvCxnSpPr>
        <p:spPr>
          <a:xfrm flipH="1">
            <a:off x="8843996" y="8065116"/>
            <a:ext cx="1338229" cy="0"/>
          </a:xfrm>
          <a:prstGeom prst="straightConnector1">
            <a:avLst/>
          </a:prstGeom>
          <a:ln w="57150" cap="rnd">
            <a:solidFill>
              <a:schemeClr val="bg2">
                <a:lumMod val="25000"/>
              </a:schemeClr>
            </a:solidFill>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2DFB3B68-8FCB-B4FC-1BE5-394AB26C1DB7}"/>
              </a:ext>
            </a:extLst>
          </p:cNvPr>
          <p:cNvCxnSpPr>
            <a:cxnSpLocks/>
          </p:cNvCxnSpPr>
          <p:nvPr/>
        </p:nvCxnSpPr>
        <p:spPr>
          <a:xfrm>
            <a:off x="10182225" y="7361498"/>
            <a:ext cx="0" cy="703618"/>
          </a:xfrm>
          <a:prstGeom prst="straightConnector1">
            <a:avLst/>
          </a:prstGeom>
          <a:ln w="57150" cap="rnd">
            <a:solidFill>
              <a:schemeClr val="bg2">
                <a:lumMod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6" name="Straight Arrow Connector 105">
            <a:extLst>
              <a:ext uri="{FF2B5EF4-FFF2-40B4-BE49-F238E27FC236}">
                <a16:creationId xmlns:a16="http://schemas.microsoft.com/office/drawing/2014/main" id="{838EE9A8-4399-57C6-97FF-ABAA97B805CD}"/>
              </a:ext>
            </a:extLst>
          </p:cNvPr>
          <p:cNvCxnSpPr>
            <a:cxnSpLocks/>
          </p:cNvCxnSpPr>
          <p:nvPr/>
        </p:nvCxnSpPr>
        <p:spPr>
          <a:xfrm flipH="1">
            <a:off x="10830722" y="6827431"/>
            <a:ext cx="240106" cy="0"/>
          </a:xfrm>
          <a:prstGeom prst="straightConnector1">
            <a:avLst/>
          </a:prstGeom>
          <a:ln w="38100" cap="rnd">
            <a:solidFill>
              <a:schemeClr val="accent6"/>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12" name="Straight Arrow Connector 111">
            <a:extLst>
              <a:ext uri="{FF2B5EF4-FFF2-40B4-BE49-F238E27FC236}">
                <a16:creationId xmlns:a16="http://schemas.microsoft.com/office/drawing/2014/main" id="{5BDD6D3F-A106-A3BD-2E70-6566179631FC}"/>
              </a:ext>
            </a:extLst>
          </p:cNvPr>
          <p:cNvCxnSpPr>
            <a:cxnSpLocks/>
          </p:cNvCxnSpPr>
          <p:nvPr/>
        </p:nvCxnSpPr>
        <p:spPr>
          <a:xfrm flipH="1">
            <a:off x="12651493" y="6827431"/>
            <a:ext cx="240106" cy="0"/>
          </a:xfrm>
          <a:prstGeom prst="straightConnector1">
            <a:avLst/>
          </a:prstGeom>
          <a:ln w="38100" cap="rnd">
            <a:solidFill>
              <a:schemeClr val="accent6"/>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16" name="Straight Arrow Connector 115">
            <a:extLst>
              <a:ext uri="{FF2B5EF4-FFF2-40B4-BE49-F238E27FC236}">
                <a16:creationId xmlns:a16="http://schemas.microsoft.com/office/drawing/2014/main" id="{697DC5F8-624E-D1AF-F9FA-466414ECF700}"/>
              </a:ext>
            </a:extLst>
          </p:cNvPr>
          <p:cNvCxnSpPr>
            <a:cxnSpLocks/>
          </p:cNvCxnSpPr>
          <p:nvPr/>
        </p:nvCxnSpPr>
        <p:spPr>
          <a:xfrm flipH="1">
            <a:off x="14472264" y="6827431"/>
            <a:ext cx="240106" cy="0"/>
          </a:xfrm>
          <a:prstGeom prst="straightConnector1">
            <a:avLst/>
          </a:prstGeom>
          <a:ln w="38100" cap="rnd">
            <a:solidFill>
              <a:schemeClr val="accent6"/>
            </a:solidFill>
            <a:prstDash val="sysDash"/>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117" name="TextBox 116">
            <a:extLst>
              <a:ext uri="{FF2B5EF4-FFF2-40B4-BE49-F238E27FC236}">
                <a16:creationId xmlns:a16="http://schemas.microsoft.com/office/drawing/2014/main" id="{5B09EA29-7EA4-29F4-EDA8-96089CFA4BC1}"/>
              </a:ext>
            </a:extLst>
          </p:cNvPr>
          <p:cNvSpPr txBox="1"/>
          <p:nvPr/>
        </p:nvSpPr>
        <p:spPr>
          <a:xfrm>
            <a:off x="9323422" y="4087392"/>
            <a:ext cx="1435634" cy="707886"/>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Command</a:t>
            </a:r>
          </a:p>
          <a:p>
            <a:pPr algn="ctr"/>
            <a:r>
              <a:rPr lang="en-GB" sz="2000" dirty="0">
                <a:solidFill>
                  <a:schemeClr val="bg2">
                    <a:lumMod val="25000"/>
                  </a:schemeClr>
                </a:solidFill>
                <a:latin typeface="Segoe UI" panose="020B0502040204020203" pitchFamily="34" charset="0"/>
                <a:cs typeface="Segoe UI" panose="020B0502040204020203" pitchFamily="34" charset="0"/>
              </a:rPr>
              <a:t>Module</a:t>
            </a:r>
          </a:p>
        </p:txBody>
      </p:sp>
      <p:sp>
        <p:nvSpPr>
          <p:cNvPr id="119" name="TextBox 118">
            <a:extLst>
              <a:ext uri="{FF2B5EF4-FFF2-40B4-BE49-F238E27FC236}">
                <a16:creationId xmlns:a16="http://schemas.microsoft.com/office/drawing/2014/main" id="{6D2FD4A4-1E6A-08C1-DC4B-2C4979D1689B}"/>
              </a:ext>
            </a:extLst>
          </p:cNvPr>
          <p:cNvSpPr txBox="1"/>
          <p:nvPr/>
        </p:nvSpPr>
        <p:spPr>
          <a:xfrm>
            <a:off x="12957050" y="4077901"/>
            <a:ext cx="1435634" cy="707886"/>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Switch</a:t>
            </a:r>
          </a:p>
          <a:p>
            <a:pPr algn="ctr"/>
            <a:r>
              <a:rPr lang="en-GB" sz="2000" dirty="0">
                <a:solidFill>
                  <a:schemeClr val="bg2">
                    <a:lumMod val="25000"/>
                  </a:schemeClr>
                </a:solidFill>
                <a:latin typeface="Segoe UI" panose="020B0502040204020203" pitchFamily="34" charset="0"/>
                <a:cs typeface="Segoe UI" panose="020B0502040204020203" pitchFamily="34" charset="0"/>
              </a:rPr>
              <a:t>Module - 2</a:t>
            </a:r>
          </a:p>
        </p:txBody>
      </p:sp>
      <p:sp>
        <p:nvSpPr>
          <p:cNvPr id="120" name="TextBox 119">
            <a:extLst>
              <a:ext uri="{FF2B5EF4-FFF2-40B4-BE49-F238E27FC236}">
                <a16:creationId xmlns:a16="http://schemas.microsoft.com/office/drawing/2014/main" id="{0CBBF5B0-233E-9CFB-615F-9C8A482205B8}"/>
              </a:ext>
            </a:extLst>
          </p:cNvPr>
          <p:cNvSpPr txBox="1"/>
          <p:nvPr/>
        </p:nvSpPr>
        <p:spPr>
          <a:xfrm>
            <a:off x="4765572" y="3214417"/>
            <a:ext cx="1435634" cy="1015663"/>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Valve</a:t>
            </a:r>
          </a:p>
          <a:p>
            <a:pPr algn="ctr"/>
            <a:r>
              <a:rPr lang="en-GB" sz="2000" dirty="0">
                <a:solidFill>
                  <a:schemeClr val="bg2">
                    <a:lumMod val="25000"/>
                  </a:schemeClr>
                </a:solidFill>
                <a:latin typeface="Segoe UI" panose="020B0502040204020203" pitchFamily="34" charset="0"/>
                <a:cs typeface="Segoe UI" panose="020B0502040204020203" pitchFamily="34" charset="0"/>
              </a:rPr>
              <a:t>Module</a:t>
            </a:r>
          </a:p>
          <a:p>
            <a:pPr algn="ctr"/>
            <a:r>
              <a:rPr lang="en-GB" sz="2000" dirty="0">
                <a:solidFill>
                  <a:schemeClr val="bg2">
                    <a:lumMod val="25000"/>
                  </a:schemeClr>
                </a:solidFill>
                <a:latin typeface="Segoe UI" panose="020B0502040204020203" pitchFamily="34" charset="0"/>
                <a:cs typeface="Segoe UI" panose="020B0502040204020203" pitchFamily="34" charset="0"/>
              </a:rPr>
              <a:t>1</a:t>
            </a:r>
          </a:p>
        </p:txBody>
      </p:sp>
      <p:cxnSp>
        <p:nvCxnSpPr>
          <p:cNvPr id="122" name="Straight Arrow Connector 121">
            <a:extLst>
              <a:ext uri="{FF2B5EF4-FFF2-40B4-BE49-F238E27FC236}">
                <a16:creationId xmlns:a16="http://schemas.microsoft.com/office/drawing/2014/main" id="{A5BCA540-8AFE-CC4A-DA17-F02544EE283F}"/>
              </a:ext>
            </a:extLst>
          </p:cNvPr>
          <p:cNvCxnSpPr>
            <a:cxnSpLocks/>
          </p:cNvCxnSpPr>
          <p:nvPr/>
        </p:nvCxnSpPr>
        <p:spPr>
          <a:xfrm>
            <a:off x="11595987" y="3024374"/>
            <a:ext cx="0" cy="1873438"/>
          </a:xfrm>
          <a:prstGeom prst="straightConnector1">
            <a:avLst/>
          </a:prstGeom>
          <a:ln w="57150" cap="rnd">
            <a:solidFill>
              <a:schemeClr val="accent2">
                <a:lumMod val="50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30" name="Straight Arrow Connector 129">
            <a:extLst>
              <a:ext uri="{FF2B5EF4-FFF2-40B4-BE49-F238E27FC236}">
                <a16:creationId xmlns:a16="http://schemas.microsoft.com/office/drawing/2014/main" id="{9AB43615-7FFC-3970-64C6-E8CAA4681F62}"/>
              </a:ext>
            </a:extLst>
          </p:cNvPr>
          <p:cNvCxnSpPr>
            <a:cxnSpLocks/>
          </p:cNvCxnSpPr>
          <p:nvPr/>
        </p:nvCxnSpPr>
        <p:spPr>
          <a:xfrm>
            <a:off x="8239125" y="3046454"/>
            <a:ext cx="3333750" cy="0"/>
          </a:xfrm>
          <a:prstGeom prst="straightConnector1">
            <a:avLst/>
          </a:prstGeom>
          <a:ln w="57150" cap="rnd">
            <a:solidFill>
              <a:schemeClr val="accent2">
                <a:lumMod val="50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33" name="Straight Arrow Connector 132">
            <a:extLst>
              <a:ext uri="{FF2B5EF4-FFF2-40B4-BE49-F238E27FC236}">
                <a16:creationId xmlns:a16="http://schemas.microsoft.com/office/drawing/2014/main" id="{078DF9FD-E833-CE12-B2F6-9ABF28A8E427}"/>
              </a:ext>
            </a:extLst>
          </p:cNvPr>
          <p:cNvCxnSpPr>
            <a:cxnSpLocks/>
          </p:cNvCxnSpPr>
          <p:nvPr/>
        </p:nvCxnSpPr>
        <p:spPr>
          <a:xfrm>
            <a:off x="12177921" y="2733675"/>
            <a:ext cx="0" cy="2164137"/>
          </a:xfrm>
          <a:prstGeom prst="straightConnector1">
            <a:avLst/>
          </a:prstGeom>
          <a:ln w="57150" cap="rnd">
            <a:solidFill>
              <a:schemeClr val="accent2">
                <a:lumMod val="50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35" name="Straight Arrow Connector 134">
            <a:extLst>
              <a:ext uri="{FF2B5EF4-FFF2-40B4-BE49-F238E27FC236}">
                <a16:creationId xmlns:a16="http://schemas.microsoft.com/office/drawing/2014/main" id="{910C59E6-30B7-01F3-066A-C0F3B8EB4E86}"/>
              </a:ext>
            </a:extLst>
          </p:cNvPr>
          <p:cNvCxnSpPr>
            <a:cxnSpLocks/>
          </p:cNvCxnSpPr>
          <p:nvPr/>
        </p:nvCxnSpPr>
        <p:spPr>
          <a:xfrm>
            <a:off x="5676900" y="2757292"/>
            <a:ext cx="6484144" cy="0"/>
          </a:xfrm>
          <a:prstGeom prst="straightConnector1">
            <a:avLst/>
          </a:prstGeom>
          <a:ln w="57150" cap="rnd">
            <a:solidFill>
              <a:schemeClr val="accent2">
                <a:lumMod val="50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118" name="TextBox 117">
            <a:extLst>
              <a:ext uri="{FF2B5EF4-FFF2-40B4-BE49-F238E27FC236}">
                <a16:creationId xmlns:a16="http://schemas.microsoft.com/office/drawing/2014/main" id="{B736EA95-8748-238A-CB89-8F2668EA4DD2}"/>
              </a:ext>
            </a:extLst>
          </p:cNvPr>
          <p:cNvSpPr txBox="1"/>
          <p:nvPr/>
        </p:nvSpPr>
        <p:spPr>
          <a:xfrm>
            <a:off x="11136279" y="4087392"/>
            <a:ext cx="1435634" cy="707886"/>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Switch</a:t>
            </a:r>
          </a:p>
          <a:p>
            <a:pPr algn="ctr"/>
            <a:r>
              <a:rPr lang="en-GB" sz="2000" dirty="0">
                <a:solidFill>
                  <a:schemeClr val="bg2">
                    <a:lumMod val="25000"/>
                  </a:schemeClr>
                </a:solidFill>
                <a:latin typeface="Segoe UI" panose="020B0502040204020203" pitchFamily="34" charset="0"/>
                <a:cs typeface="Segoe UI" panose="020B0502040204020203" pitchFamily="34" charset="0"/>
              </a:rPr>
              <a:t>Module - 1</a:t>
            </a:r>
          </a:p>
        </p:txBody>
      </p:sp>
      <p:sp>
        <p:nvSpPr>
          <p:cNvPr id="163" name="TextBox 162">
            <a:extLst>
              <a:ext uri="{FF2B5EF4-FFF2-40B4-BE49-F238E27FC236}">
                <a16:creationId xmlns:a16="http://schemas.microsoft.com/office/drawing/2014/main" id="{8A3D1B7B-1F19-DEE6-F180-D2C3D06E82AD}"/>
              </a:ext>
            </a:extLst>
          </p:cNvPr>
          <p:cNvSpPr txBox="1"/>
          <p:nvPr/>
        </p:nvSpPr>
        <p:spPr>
          <a:xfrm>
            <a:off x="7367082" y="9744253"/>
            <a:ext cx="1435634" cy="400110"/>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Solar Panel</a:t>
            </a:r>
          </a:p>
        </p:txBody>
      </p:sp>
      <p:sp>
        <p:nvSpPr>
          <p:cNvPr id="169" name="TextBox 168">
            <a:extLst>
              <a:ext uri="{FF2B5EF4-FFF2-40B4-BE49-F238E27FC236}">
                <a16:creationId xmlns:a16="http://schemas.microsoft.com/office/drawing/2014/main" id="{8C697C07-C9CF-97FA-D648-CA978F04E5FF}"/>
              </a:ext>
            </a:extLst>
          </p:cNvPr>
          <p:cNvSpPr txBox="1"/>
          <p:nvPr/>
        </p:nvSpPr>
        <p:spPr>
          <a:xfrm>
            <a:off x="2296259" y="2213429"/>
            <a:ext cx="1435634" cy="400110"/>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Pump - 1</a:t>
            </a:r>
          </a:p>
        </p:txBody>
      </p:sp>
      <p:cxnSp>
        <p:nvCxnSpPr>
          <p:cNvPr id="173" name="Straight Arrow Connector 172">
            <a:extLst>
              <a:ext uri="{FF2B5EF4-FFF2-40B4-BE49-F238E27FC236}">
                <a16:creationId xmlns:a16="http://schemas.microsoft.com/office/drawing/2014/main" id="{92BA2DE4-0D8D-F632-74CF-E9A5B2FCEE0C}"/>
              </a:ext>
            </a:extLst>
          </p:cNvPr>
          <p:cNvCxnSpPr>
            <a:cxnSpLocks/>
          </p:cNvCxnSpPr>
          <p:nvPr/>
        </p:nvCxnSpPr>
        <p:spPr>
          <a:xfrm flipH="1">
            <a:off x="3736975" y="1897483"/>
            <a:ext cx="871359" cy="0"/>
          </a:xfrm>
          <a:prstGeom prst="straightConnector1">
            <a:avLst/>
          </a:prstGeom>
          <a:ln w="57150" cap="rnd">
            <a:solidFill>
              <a:schemeClr val="tx2">
                <a:lumMod val="75000"/>
                <a:lumOff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pic>
        <p:nvPicPr>
          <p:cNvPr id="1026" name="Picture 2" descr="Water tank flat style vector illustration, Water storage tank, container  for storing water, cistern stock vector image 33123783 Vector Art at  Vecteezy">
            <a:extLst>
              <a:ext uri="{FF2B5EF4-FFF2-40B4-BE49-F238E27FC236}">
                <a16:creationId xmlns:a16="http://schemas.microsoft.com/office/drawing/2014/main" id="{2EC7A93F-F6E9-40C1-1A24-CC8902F37E0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167" y="1186899"/>
            <a:ext cx="1437144" cy="2062081"/>
          </a:xfrm>
          <a:prstGeom prst="rect">
            <a:avLst/>
          </a:prstGeom>
          <a:noFill/>
          <a:extLst>
            <a:ext uri="{909E8E84-426E-40DD-AFC4-6F175D3DCCD1}">
              <a14:hiddenFill xmlns:a14="http://schemas.microsoft.com/office/drawing/2010/main">
                <a:solidFill>
                  <a:srgbClr val="FFFFFF"/>
                </a:solidFill>
              </a14:hiddenFill>
            </a:ext>
          </a:extLst>
        </p:spPr>
      </p:pic>
      <p:cxnSp>
        <p:nvCxnSpPr>
          <p:cNvPr id="178" name="Straight Arrow Connector 177">
            <a:extLst>
              <a:ext uri="{FF2B5EF4-FFF2-40B4-BE49-F238E27FC236}">
                <a16:creationId xmlns:a16="http://schemas.microsoft.com/office/drawing/2014/main" id="{81027379-1A19-406B-6F26-C85CAD0DE0CD}"/>
              </a:ext>
            </a:extLst>
          </p:cNvPr>
          <p:cNvCxnSpPr>
            <a:cxnSpLocks/>
          </p:cNvCxnSpPr>
          <p:nvPr/>
        </p:nvCxnSpPr>
        <p:spPr>
          <a:xfrm flipH="1">
            <a:off x="1593850" y="1150937"/>
            <a:ext cx="1667965" cy="0"/>
          </a:xfrm>
          <a:prstGeom prst="straightConnector1">
            <a:avLst/>
          </a:prstGeom>
          <a:ln w="57150" cap="rnd">
            <a:solidFill>
              <a:schemeClr val="tx2">
                <a:lumMod val="75000"/>
                <a:lumOff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82" name="Straight Arrow Connector 181">
            <a:extLst>
              <a:ext uri="{FF2B5EF4-FFF2-40B4-BE49-F238E27FC236}">
                <a16:creationId xmlns:a16="http://schemas.microsoft.com/office/drawing/2014/main" id="{C0ADEA0A-20A0-C3CD-C6FA-AA126E7EE061}"/>
              </a:ext>
            </a:extLst>
          </p:cNvPr>
          <p:cNvCxnSpPr>
            <a:cxnSpLocks/>
          </p:cNvCxnSpPr>
          <p:nvPr/>
        </p:nvCxnSpPr>
        <p:spPr>
          <a:xfrm>
            <a:off x="1570311" y="1120775"/>
            <a:ext cx="0" cy="444500"/>
          </a:xfrm>
          <a:prstGeom prst="straightConnector1">
            <a:avLst/>
          </a:prstGeom>
          <a:ln w="57150" cap="rnd">
            <a:solidFill>
              <a:schemeClr val="tx2">
                <a:lumMod val="75000"/>
                <a:lumOff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pic>
        <p:nvPicPr>
          <p:cNvPr id="1028" name="Picture 4" descr="378 Water Butt Stock Vectors and Vector Art | Shutterstock">
            <a:extLst>
              <a:ext uri="{FF2B5EF4-FFF2-40B4-BE49-F238E27FC236}">
                <a16:creationId xmlns:a16="http://schemas.microsoft.com/office/drawing/2014/main" id="{012EF8C5-A927-EFB1-FAFF-9C5311DF8B1E}"/>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2415" t="8933" r="21944" b="11528"/>
          <a:stretch>
            <a:fillRect/>
          </a:stretch>
        </p:blipFill>
        <p:spPr bwMode="auto">
          <a:xfrm>
            <a:off x="2380514" y="3298266"/>
            <a:ext cx="1377943" cy="2121315"/>
          </a:xfrm>
          <a:prstGeom prst="rect">
            <a:avLst/>
          </a:prstGeom>
          <a:noFill/>
          <a:extLst>
            <a:ext uri="{909E8E84-426E-40DD-AFC4-6F175D3DCCD1}">
              <a14:hiddenFill xmlns:a14="http://schemas.microsoft.com/office/drawing/2010/main">
                <a:solidFill>
                  <a:srgbClr val="FFFFFF"/>
                </a:solidFill>
              </a14:hiddenFill>
            </a:ext>
          </a:extLst>
        </p:spPr>
      </p:pic>
      <p:pic>
        <p:nvPicPr>
          <p:cNvPr id="187" name="Picture 186">
            <a:extLst>
              <a:ext uri="{FF2B5EF4-FFF2-40B4-BE49-F238E27FC236}">
                <a16:creationId xmlns:a16="http://schemas.microsoft.com/office/drawing/2014/main" id="{3992EBA1-67CF-84B8-A6B7-20F8E845E435}"/>
              </a:ext>
            </a:extLst>
          </p:cNvPr>
          <p:cNvPicPr>
            <a:picLocks noChangeAspect="1"/>
          </p:cNvPicPr>
          <p:nvPr/>
        </p:nvPicPr>
        <p:blipFill>
          <a:blip r:embed="rId4"/>
          <a:stretch>
            <a:fillRect/>
          </a:stretch>
        </p:blipFill>
        <p:spPr>
          <a:xfrm flipH="1">
            <a:off x="127422" y="3202557"/>
            <a:ext cx="1656563" cy="2055047"/>
          </a:xfrm>
          <a:prstGeom prst="rect">
            <a:avLst/>
          </a:prstGeom>
        </p:spPr>
      </p:pic>
      <p:sp>
        <p:nvSpPr>
          <p:cNvPr id="188" name="TextBox 187">
            <a:extLst>
              <a:ext uri="{FF2B5EF4-FFF2-40B4-BE49-F238E27FC236}">
                <a16:creationId xmlns:a16="http://schemas.microsoft.com/office/drawing/2014/main" id="{D2F5F179-155B-4B24-DA7A-C28B48048F59}"/>
              </a:ext>
            </a:extLst>
          </p:cNvPr>
          <p:cNvSpPr txBox="1"/>
          <p:nvPr/>
        </p:nvSpPr>
        <p:spPr>
          <a:xfrm>
            <a:off x="2099688" y="5176898"/>
            <a:ext cx="1435634" cy="400110"/>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Water Butt</a:t>
            </a:r>
          </a:p>
        </p:txBody>
      </p:sp>
      <p:cxnSp>
        <p:nvCxnSpPr>
          <p:cNvPr id="189" name="Straight Arrow Connector 188">
            <a:extLst>
              <a:ext uri="{FF2B5EF4-FFF2-40B4-BE49-F238E27FC236}">
                <a16:creationId xmlns:a16="http://schemas.microsoft.com/office/drawing/2014/main" id="{512704EA-627E-E72C-70D7-831F9553156A}"/>
              </a:ext>
            </a:extLst>
          </p:cNvPr>
          <p:cNvCxnSpPr>
            <a:cxnSpLocks/>
          </p:cNvCxnSpPr>
          <p:nvPr/>
        </p:nvCxnSpPr>
        <p:spPr>
          <a:xfrm>
            <a:off x="1272335" y="2757292"/>
            <a:ext cx="0" cy="1248860"/>
          </a:xfrm>
          <a:prstGeom prst="straightConnector1">
            <a:avLst/>
          </a:prstGeom>
          <a:ln w="57150" cap="rnd">
            <a:solidFill>
              <a:schemeClr val="tx2">
                <a:lumMod val="75000"/>
                <a:lumOff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27" name="Straight Arrow Connector 1026">
            <a:extLst>
              <a:ext uri="{FF2B5EF4-FFF2-40B4-BE49-F238E27FC236}">
                <a16:creationId xmlns:a16="http://schemas.microsoft.com/office/drawing/2014/main" id="{A0DF02A9-E602-026B-65CB-79B80FBB64D0}"/>
              </a:ext>
            </a:extLst>
          </p:cNvPr>
          <p:cNvCxnSpPr>
            <a:cxnSpLocks/>
          </p:cNvCxnSpPr>
          <p:nvPr/>
        </p:nvCxnSpPr>
        <p:spPr>
          <a:xfrm>
            <a:off x="1697061" y="4828547"/>
            <a:ext cx="826434" cy="0"/>
          </a:xfrm>
          <a:prstGeom prst="straightConnector1">
            <a:avLst/>
          </a:prstGeom>
          <a:ln w="57150" cap="rnd">
            <a:solidFill>
              <a:schemeClr val="tx2">
                <a:lumMod val="75000"/>
                <a:lumOff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1032" name="TextBox 1031">
            <a:extLst>
              <a:ext uri="{FF2B5EF4-FFF2-40B4-BE49-F238E27FC236}">
                <a16:creationId xmlns:a16="http://schemas.microsoft.com/office/drawing/2014/main" id="{E97AD29F-8CF0-7304-E40F-07673DE12354}"/>
              </a:ext>
            </a:extLst>
          </p:cNvPr>
          <p:cNvSpPr txBox="1"/>
          <p:nvPr/>
        </p:nvSpPr>
        <p:spPr>
          <a:xfrm>
            <a:off x="261427" y="5175779"/>
            <a:ext cx="1435634" cy="400110"/>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Pump - 2</a:t>
            </a:r>
          </a:p>
        </p:txBody>
      </p:sp>
      <p:sp>
        <p:nvSpPr>
          <p:cNvPr id="1033" name="TextBox 1032">
            <a:extLst>
              <a:ext uri="{FF2B5EF4-FFF2-40B4-BE49-F238E27FC236}">
                <a16:creationId xmlns:a16="http://schemas.microsoft.com/office/drawing/2014/main" id="{E129DB56-D8F7-EB58-FE72-8708BC6EF726}"/>
              </a:ext>
            </a:extLst>
          </p:cNvPr>
          <p:cNvSpPr txBox="1"/>
          <p:nvPr/>
        </p:nvSpPr>
        <p:spPr>
          <a:xfrm>
            <a:off x="0" y="1876319"/>
            <a:ext cx="1667964" cy="400110"/>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Water Tank</a:t>
            </a:r>
          </a:p>
        </p:txBody>
      </p:sp>
      <p:cxnSp>
        <p:nvCxnSpPr>
          <p:cNvPr id="1034" name="Straight Arrow Connector 1033">
            <a:extLst>
              <a:ext uri="{FF2B5EF4-FFF2-40B4-BE49-F238E27FC236}">
                <a16:creationId xmlns:a16="http://schemas.microsoft.com/office/drawing/2014/main" id="{B9199B91-022A-6C2D-8F97-AB888CAC582A}"/>
              </a:ext>
            </a:extLst>
          </p:cNvPr>
          <p:cNvCxnSpPr>
            <a:cxnSpLocks/>
          </p:cNvCxnSpPr>
          <p:nvPr/>
        </p:nvCxnSpPr>
        <p:spPr>
          <a:xfrm flipH="1">
            <a:off x="6307431" y="1887852"/>
            <a:ext cx="866978" cy="0"/>
          </a:xfrm>
          <a:prstGeom prst="straightConnector1">
            <a:avLst/>
          </a:prstGeom>
          <a:ln w="57150" cap="rnd">
            <a:solidFill>
              <a:schemeClr val="tx2">
                <a:lumMod val="75000"/>
                <a:lumOff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37" name="Straight Arrow Connector 1036">
            <a:extLst>
              <a:ext uri="{FF2B5EF4-FFF2-40B4-BE49-F238E27FC236}">
                <a16:creationId xmlns:a16="http://schemas.microsoft.com/office/drawing/2014/main" id="{B732E60A-8746-8583-224C-F6BFCB56205C}"/>
              </a:ext>
            </a:extLst>
          </p:cNvPr>
          <p:cNvCxnSpPr>
            <a:cxnSpLocks/>
            <a:stCxn id="1058" idx="1"/>
          </p:cNvCxnSpPr>
          <p:nvPr/>
        </p:nvCxnSpPr>
        <p:spPr>
          <a:xfrm flipH="1">
            <a:off x="9397782" y="1884352"/>
            <a:ext cx="872906" cy="3500"/>
          </a:xfrm>
          <a:prstGeom prst="straightConnector1">
            <a:avLst/>
          </a:prstGeom>
          <a:ln w="57150" cap="rnd">
            <a:solidFill>
              <a:schemeClr val="tx2">
                <a:lumMod val="75000"/>
                <a:lumOff val="25000"/>
              </a:schemeClr>
            </a:solidFill>
            <a:prstDash val="sysDash"/>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43" name="Straight Arrow Connector 1042">
            <a:extLst>
              <a:ext uri="{FF2B5EF4-FFF2-40B4-BE49-F238E27FC236}">
                <a16:creationId xmlns:a16="http://schemas.microsoft.com/office/drawing/2014/main" id="{FCDDF72D-6B2D-69EF-8585-9C2FF263336B}"/>
              </a:ext>
            </a:extLst>
          </p:cNvPr>
          <p:cNvCxnSpPr>
            <a:cxnSpLocks/>
            <a:stCxn id="169" idx="2"/>
          </p:cNvCxnSpPr>
          <p:nvPr/>
        </p:nvCxnSpPr>
        <p:spPr>
          <a:xfrm>
            <a:off x="3014076" y="2613539"/>
            <a:ext cx="1594258" cy="2822855"/>
          </a:xfrm>
          <a:prstGeom prst="straightConnector1">
            <a:avLst/>
          </a:prstGeom>
          <a:ln w="57150" cap="rnd">
            <a:solidFill>
              <a:schemeClr val="accent2">
                <a:lumMod val="7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53" name="Straight Arrow Connector 1052">
            <a:extLst>
              <a:ext uri="{FF2B5EF4-FFF2-40B4-BE49-F238E27FC236}">
                <a16:creationId xmlns:a16="http://schemas.microsoft.com/office/drawing/2014/main" id="{755A636D-7252-132D-AB92-CA3ABAC3391D}"/>
              </a:ext>
            </a:extLst>
          </p:cNvPr>
          <p:cNvCxnSpPr>
            <a:cxnSpLocks/>
            <a:stCxn id="1032" idx="2"/>
          </p:cNvCxnSpPr>
          <p:nvPr/>
        </p:nvCxnSpPr>
        <p:spPr>
          <a:xfrm>
            <a:off x="979244" y="5575889"/>
            <a:ext cx="905761" cy="308895"/>
          </a:xfrm>
          <a:prstGeom prst="straightConnector1">
            <a:avLst/>
          </a:prstGeom>
          <a:ln w="57150" cap="rnd">
            <a:solidFill>
              <a:schemeClr val="accent2">
                <a:lumMod val="7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1058" name="TextBox 1057">
            <a:extLst>
              <a:ext uri="{FF2B5EF4-FFF2-40B4-BE49-F238E27FC236}">
                <a16:creationId xmlns:a16="http://schemas.microsoft.com/office/drawing/2014/main" id="{DF775CFD-BB07-D747-F208-EFC63758F145}"/>
              </a:ext>
            </a:extLst>
          </p:cNvPr>
          <p:cNvSpPr txBox="1"/>
          <p:nvPr/>
        </p:nvSpPr>
        <p:spPr>
          <a:xfrm>
            <a:off x="10270688" y="1684297"/>
            <a:ext cx="2223373" cy="400110"/>
          </a:xfrm>
          <a:prstGeom prst="rect">
            <a:avLst/>
          </a:prstGeom>
          <a:noFill/>
        </p:spPr>
        <p:txBody>
          <a:bodyPr wrap="square" rtlCol="0" anchor="ctr">
            <a:spAutoFit/>
          </a:bodyPr>
          <a:lstStyle/>
          <a:p>
            <a:r>
              <a:rPr lang="en-GB" sz="2000" dirty="0">
                <a:solidFill>
                  <a:schemeClr val="bg2">
                    <a:lumMod val="25000"/>
                  </a:schemeClr>
                </a:solidFill>
                <a:latin typeface="Segoe UI" panose="020B0502040204020203" pitchFamily="34" charset="0"/>
                <a:cs typeface="Segoe UI" panose="020B0502040204020203" pitchFamily="34" charset="0"/>
              </a:rPr>
              <a:t>… Valve Modules</a:t>
            </a:r>
          </a:p>
        </p:txBody>
      </p:sp>
      <p:sp>
        <p:nvSpPr>
          <p:cNvPr id="1059" name="TextBox 1058">
            <a:extLst>
              <a:ext uri="{FF2B5EF4-FFF2-40B4-BE49-F238E27FC236}">
                <a16:creationId xmlns:a16="http://schemas.microsoft.com/office/drawing/2014/main" id="{EBB1ECFB-0866-91C6-AB2B-141D61A22D24}"/>
              </a:ext>
            </a:extLst>
          </p:cNvPr>
          <p:cNvSpPr txBox="1"/>
          <p:nvPr/>
        </p:nvSpPr>
        <p:spPr>
          <a:xfrm rot="16200000">
            <a:off x="13775657" y="6993631"/>
            <a:ext cx="2223373" cy="400110"/>
          </a:xfrm>
          <a:prstGeom prst="rect">
            <a:avLst/>
          </a:prstGeom>
          <a:noFill/>
        </p:spPr>
        <p:txBody>
          <a:bodyPr wrap="square" rtlCol="0" anchor="ctr">
            <a:spAutoFit/>
          </a:bodyPr>
          <a:lstStyle/>
          <a:p>
            <a:r>
              <a:rPr lang="en-GB" sz="2000" dirty="0">
                <a:solidFill>
                  <a:schemeClr val="bg2">
                    <a:lumMod val="25000"/>
                  </a:schemeClr>
                </a:solidFill>
                <a:latin typeface="Segoe UI" panose="020B0502040204020203" pitchFamily="34" charset="0"/>
                <a:cs typeface="Segoe UI" panose="020B0502040204020203" pitchFamily="34" charset="0"/>
              </a:rPr>
              <a:t>… Switch Modules</a:t>
            </a:r>
          </a:p>
        </p:txBody>
      </p:sp>
      <p:sp>
        <p:nvSpPr>
          <p:cNvPr id="1073" name="TextBox 1072">
            <a:extLst>
              <a:ext uri="{FF2B5EF4-FFF2-40B4-BE49-F238E27FC236}">
                <a16:creationId xmlns:a16="http://schemas.microsoft.com/office/drawing/2014/main" id="{05463A60-2B8B-2530-F3EB-125115B21BF6}"/>
              </a:ext>
            </a:extLst>
          </p:cNvPr>
          <p:cNvSpPr txBox="1"/>
          <p:nvPr/>
        </p:nvSpPr>
        <p:spPr>
          <a:xfrm>
            <a:off x="7294615" y="3202557"/>
            <a:ext cx="1435634" cy="1015663"/>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Valve</a:t>
            </a:r>
          </a:p>
          <a:p>
            <a:pPr algn="ctr"/>
            <a:r>
              <a:rPr lang="en-GB" sz="2000" dirty="0">
                <a:solidFill>
                  <a:schemeClr val="bg2">
                    <a:lumMod val="25000"/>
                  </a:schemeClr>
                </a:solidFill>
                <a:latin typeface="Segoe UI" panose="020B0502040204020203" pitchFamily="34" charset="0"/>
                <a:cs typeface="Segoe UI" panose="020B0502040204020203" pitchFamily="34" charset="0"/>
              </a:rPr>
              <a:t>Module</a:t>
            </a:r>
          </a:p>
          <a:p>
            <a:pPr algn="ctr"/>
            <a:r>
              <a:rPr lang="en-GB" sz="2000" dirty="0">
                <a:solidFill>
                  <a:schemeClr val="bg2">
                    <a:lumMod val="25000"/>
                  </a:schemeClr>
                </a:solidFill>
                <a:latin typeface="Segoe UI" panose="020B0502040204020203" pitchFamily="34" charset="0"/>
                <a:cs typeface="Segoe UI" panose="020B0502040204020203" pitchFamily="34" charset="0"/>
              </a:rPr>
              <a:t>2</a:t>
            </a:r>
          </a:p>
        </p:txBody>
      </p:sp>
      <p:cxnSp>
        <p:nvCxnSpPr>
          <p:cNvPr id="1079" name="Straight Arrow Connector 1078">
            <a:extLst>
              <a:ext uri="{FF2B5EF4-FFF2-40B4-BE49-F238E27FC236}">
                <a16:creationId xmlns:a16="http://schemas.microsoft.com/office/drawing/2014/main" id="{213A180F-80C1-9B82-F094-B75AA4EB18C1}"/>
              </a:ext>
            </a:extLst>
          </p:cNvPr>
          <p:cNvCxnSpPr>
            <a:cxnSpLocks/>
          </p:cNvCxnSpPr>
          <p:nvPr/>
        </p:nvCxnSpPr>
        <p:spPr>
          <a:xfrm flipH="1" flipV="1">
            <a:off x="8013499" y="4622371"/>
            <a:ext cx="10157" cy="2051479"/>
          </a:xfrm>
          <a:prstGeom prst="straightConnector1">
            <a:avLst/>
          </a:prstGeom>
          <a:ln w="57150" cap="rnd">
            <a:solidFill>
              <a:schemeClr val="tx2">
                <a:lumMod val="75000"/>
                <a:lumOff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pic>
        <p:nvPicPr>
          <p:cNvPr id="1083" name="Picture 6" descr="Sprout of plant, small plant with piece of earth in cartoon style">
            <a:extLst>
              <a:ext uri="{FF2B5EF4-FFF2-40B4-BE49-F238E27FC236}">
                <a16:creationId xmlns:a16="http://schemas.microsoft.com/office/drawing/2014/main" id="{D660AE3C-6900-FA95-9DB5-A4EF468D5D0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403201" y="6963573"/>
            <a:ext cx="508201" cy="626446"/>
          </a:xfrm>
          <a:prstGeom prst="rect">
            <a:avLst/>
          </a:prstGeom>
          <a:noFill/>
          <a:extLst>
            <a:ext uri="{909E8E84-426E-40DD-AFC4-6F175D3DCCD1}">
              <a14:hiddenFill xmlns:a14="http://schemas.microsoft.com/office/drawing/2010/main">
                <a:solidFill>
                  <a:srgbClr val="FFFFFF"/>
                </a:solidFill>
              </a14:hiddenFill>
            </a:ext>
          </a:extLst>
        </p:spPr>
      </p:pic>
      <p:pic>
        <p:nvPicPr>
          <p:cNvPr id="1084" name="Picture 6" descr="Sprout of plant, small plant with piece of earth in cartoon style">
            <a:extLst>
              <a:ext uri="{FF2B5EF4-FFF2-40B4-BE49-F238E27FC236}">
                <a16:creationId xmlns:a16="http://schemas.microsoft.com/office/drawing/2014/main" id="{07A27064-CFA8-81A6-6AC2-AC02DDF8C44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780750" y="6963573"/>
            <a:ext cx="508201" cy="626446"/>
          </a:xfrm>
          <a:prstGeom prst="rect">
            <a:avLst/>
          </a:prstGeom>
          <a:noFill/>
          <a:extLst>
            <a:ext uri="{909E8E84-426E-40DD-AFC4-6F175D3DCCD1}">
              <a14:hiddenFill xmlns:a14="http://schemas.microsoft.com/office/drawing/2010/main">
                <a:solidFill>
                  <a:srgbClr val="FFFFFF"/>
                </a:solidFill>
              </a14:hiddenFill>
            </a:ext>
          </a:extLst>
        </p:spPr>
      </p:pic>
      <p:pic>
        <p:nvPicPr>
          <p:cNvPr id="1085" name="Picture 6" descr="Sprout of plant, small plant with piece of earth in cartoon style">
            <a:extLst>
              <a:ext uri="{FF2B5EF4-FFF2-40B4-BE49-F238E27FC236}">
                <a16:creationId xmlns:a16="http://schemas.microsoft.com/office/drawing/2014/main" id="{84522E25-E5C3-4DEB-5804-6E35123DD94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58299" y="6963573"/>
            <a:ext cx="508201" cy="626446"/>
          </a:xfrm>
          <a:prstGeom prst="rect">
            <a:avLst/>
          </a:prstGeom>
          <a:noFill/>
          <a:extLst>
            <a:ext uri="{909E8E84-426E-40DD-AFC4-6F175D3DCCD1}">
              <a14:hiddenFill xmlns:a14="http://schemas.microsoft.com/office/drawing/2010/main">
                <a:solidFill>
                  <a:srgbClr val="FFFFFF"/>
                </a:solidFill>
              </a14:hiddenFill>
            </a:ext>
          </a:extLst>
        </p:spPr>
      </p:pic>
      <p:cxnSp>
        <p:nvCxnSpPr>
          <p:cNvPr id="1088" name="Connector: Curved 1087">
            <a:extLst>
              <a:ext uri="{FF2B5EF4-FFF2-40B4-BE49-F238E27FC236}">
                <a16:creationId xmlns:a16="http://schemas.microsoft.com/office/drawing/2014/main" id="{D05FEC54-5CBB-5787-31B7-7075F07DC455}"/>
              </a:ext>
            </a:extLst>
          </p:cNvPr>
          <p:cNvCxnSpPr>
            <a:cxnSpLocks/>
            <a:endCxn id="1083" idx="0"/>
          </p:cNvCxnSpPr>
          <p:nvPr/>
        </p:nvCxnSpPr>
        <p:spPr>
          <a:xfrm>
            <a:off x="8034851" y="6645391"/>
            <a:ext cx="622451" cy="318182"/>
          </a:xfrm>
          <a:prstGeom prst="curvedConnector2">
            <a:avLst/>
          </a:prstGeom>
          <a:ln w="25400" cap="rnd">
            <a:prstDash val="sysDash"/>
            <a:round/>
            <a:headEnd type="none"/>
            <a:tailEnd type="arrow"/>
          </a:ln>
        </p:spPr>
        <p:style>
          <a:lnRef idx="2">
            <a:schemeClr val="accent1"/>
          </a:lnRef>
          <a:fillRef idx="0">
            <a:schemeClr val="accent1"/>
          </a:fillRef>
          <a:effectRef idx="1">
            <a:schemeClr val="accent1"/>
          </a:effectRef>
          <a:fontRef idx="minor">
            <a:schemeClr val="tx1"/>
          </a:fontRef>
        </p:style>
      </p:cxnSp>
      <p:cxnSp>
        <p:nvCxnSpPr>
          <p:cNvPr id="1092" name="Connector: Curved 1091">
            <a:extLst>
              <a:ext uri="{FF2B5EF4-FFF2-40B4-BE49-F238E27FC236}">
                <a16:creationId xmlns:a16="http://schemas.microsoft.com/office/drawing/2014/main" id="{ABABB2C5-4B9B-1E0D-3707-E33E61FBD9B6}"/>
              </a:ext>
            </a:extLst>
          </p:cNvPr>
          <p:cNvCxnSpPr>
            <a:cxnSpLocks/>
            <a:endCxn id="1085" idx="0"/>
          </p:cNvCxnSpPr>
          <p:nvPr/>
        </p:nvCxnSpPr>
        <p:spPr>
          <a:xfrm rot="10800000" flipV="1">
            <a:off x="7412400" y="6645391"/>
            <a:ext cx="606518" cy="318182"/>
          </a:xfrm>
          <a:prstGeom prst="curvedConnector2">
            <a:avLst/>
          </a:prstGeom>
          <a:ln w="25400" cap="rnd">
            <a:prstDash val="sysDash"/>
            <a:round/>
            <a:headEnd type="none"/>
            <a:tailEnd type="arrow"/>
          </a:ln>
        </p:spPr>
        <p:style>
          <a:lnRef idx="2">
            <a:schemeClr val="accent1"/>
          </a:lnRef>
          <a:fillRef idx="0">
            <a:schemeClr val="accent1"/>
          </a:fillRef>
          <a:effectRef idx="1">
            <a:schemeClr val="accent1"/>
          </a:effectRef>
          <a:fontRef idx="minor">
            <a:schemeClr val="tx1"/>
          </a:fontRef>
        </p:style>
      </p:cxnSp>
      <p:cxnSp>
        <p:nvCxnSpPr>
          <p:cNvPr id="1095" name="Connector: Curved 1094">
            <a:extLst>
              <a:ext uri="{FF2B5EF4-FFF2-40B4-BE49-F238E27FC236}">
                <a16:creationId xmlns:a16="http://schemas.microsoft.com/office/drawing/2014/main" id="{50CB0F06-A5CF-5178-83B0-865DECC9381C}"/>
              </a:ext>
            </a:extLst>
          </p:cNvPr>
          <p:cNvCxnSpPr>
            <a:cxnSpLocks/>
            <a:endCxn id="1084" idx="0"/>
          </p:cNvCxnSpPr>
          <p:nvPr/>
        </p:nvCxnSpPr>
        <p:spPr>
          <a:xfrm rot="16200000" flipH="1">
            <a:off x="7801046" y="6729767"/>
            <a:ext cx="451677" cy="15933"/>
          </a:xfrm>
          <a:prstGeom prst="curvedConnector3">
            <a:avLst>
              <a:gd name="adj1" fmla="val 50000"/>
            </a:avLst>
          </a:prstGeom>
          <a:ln w="25400" cap="rnd">
            <a:prstDash val="sysDash"/>
            <a:round/>
            <a:headEnd type="none"/>
            <a:tailEnd type="arrow"/>
          </a:ln>
        </p:spPr>
        <p:style>
          <a:lnRef idx="2">
            <a:schemeClr val="accent1"/>
          </a:lnRef>
          <a:fillRef idx="0">
            <a:schemeClr val="accent1"/>
          </a:fillRef>
          <a:effectRef idx="1">
            <a:schemeClr val="accent1"/>
          </a:effectRef>
          <a:fontRef idx="minor">
            <a:schemeClr val="tx1"/>
          </a:fontRef>
        </p:style>
      </p:cxnSp>
      <p:cxnSp>
        <p:nvCxnSpPr>
          <p:cNvPr id="1104" name="Straight Arrow Connector 1103">
            <a:extLst>
              <a:ext uri="{FF2B5EF4-FFF2-40B4-BE49-F238E27FC236}">
                <a16:creationId xmlns:a16="http://schemas.microsoft.com/office/drawing/2014/main" id="{E303FEFE-7CB7-6B5D-7CD9-F1A87667C9D7}"/>
              </a:ext>
            </a:extLst>
          </p:cNvPr>
          <p:cNvCxnSpPr>
            <a:cxnSpLocks/>
          </p:cNvCxnSpPr>
          <p:nvPr/>
        </p:nvCxnSpPr>
        <p:spPr>
          <a:xfrm flipV="1">
            <a:off x="5990869" y="5160642"/>
            <a:ext cx="0" cy="1513208"/>
          </a:xfrm>
          <a:prstGeom prst="straightConnector1">
            <a:avLst/>
          </a:prstGeom>
          <a:ln w="57150" cap="rnd">
            <a:solidFill>
              <a:schemeClr val="tx2">
                <a:lumMod val="75000"/>
                <a:lumOff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pic>
        <p:nvPicPr>
          <p:cNvPr id="1105" name="Picture 6" descr="Sprout of plant, small plant with piece of earth in cartoon style">
            <a:extLst>
              <a:ext uri="{FF2B5EF4-FFF2-40B4-BE49-F238E27FC236}">
                <a16:creationId xmlns:a16="http://schemas.microsoft.com/office/drawing/2014/main" id="{D561E174-E1D3-8149-5A06-C0D9C53C687A}"/>
              </a:ext>
            </a:extLst>
          </p:cNvPr>
          <p:cNvPicPr>
            <a:picLocks noChangeAspect="1" noChangeArrowheads="1"/>
          </p:cNvPicPr>
          <p:nvPr/>
        </p:nvPicPr>
        <p:blipFill>
          <a:blip r:embed="rId11">
            <a:extLst>
              <a:ext uri="{BEBA8EAE-BF5A-486C-A8C5-ECC9F3942E4B}">
                <a14:imgProps xmlns:a14="http://schemas.microsoft.com/office/drawing/2010/main">
                  <a14:imgLayer r:embed="rId12">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6370414" y="6963573"/>
            <a:ext cx="508201" cy="626446"/>
          </a:xfrm>
          <a:prstGeom prst="rect">
            <a:avLst/>
          </a:prstGeom>
          <a:noFill/>
        </p:spPr>
      </p:pic>
      <p:pic>
        <p:nvPicPr>
          <p:cNvPr id="1106" name="Picture 6" descr="Sprout of plant, small plant with piece of earth in cartoon style">
            <a:extLst>
              <a:ext uri="{FF2B5EF4-FFF2-40B4-BE49-F238E27FC236}">
                <a16:creationId xmlns:a16="http://schemas.microsoft.com/office/drawing/2014/main" id="{6B6720F6-F434-6F8C-3D34-A4AEB6A2CF47}"/>
              </a:ext>
            </a:extLst>
          </p:cNvPr>
          <p:cNvPicPr>
            <a:picLocks noChangeAspect="1" noChangeArrowheads="1"/>
          </p:cNvPicPr>
          <p:nvPr/>
        </p:nvPicPr>
        <p:blipFill>
          <a:blip r:embed="rId11">
            <a:extLst>
              <a:ext uri="{BEBA8EAE-BF5A-486C-A8C5-ECC9F3942E4B}">
                <a14:imgProps xmlns:a14="http://schemas.microsoft.com/office/drawing/2010/main">
                  <a14:imgLayer r:embed="rId12">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5747963" y="6963573"/>
            <a:ext cx="508201" cy="626446"/>
          </a:xfrm>
          <a:prstGeom prst="rect">
            <a:avLst/>
          </a:prstGeom>
          <a:noFill/>
        </p:spPr>
      </p:pic>
      <p:pic>
        <p:nvPicPr>
          <p:cNvPr id="1107" name="Picture 6" descr="Sprout of plant, small plant with piece of earth in cartoon style">
            <a:extLst>
              <a:ext uri="{FF2B5EF4-FFF2-40B4-BE49-F238E27FC236}">
                <a16:creationId xmlns:a16="http://schemas.microsoft.com/office/drawing/2014/main" id="{AC2902C1-FFA3-D81E-47C2-E4B523ED5973}"/>
              </a:ext>
            </a:extLst>
          </p:cNvPr>
          <p:cNvPicPr>
            <a:picLocks noChangeAspect="1" noChangeArrowheads="1"/>
          </p:cNvPicPr>
          <p:nvPr/>
        </p:nvPicPr>
        <p:blipFill>
          <a:blip r:embed="rId11">
            <a:extLst>
              <a:ext uri="{BEBA8EAE-BF5A-486C-A8C5-ECC9F3942E4B}">
                <a14:imgProps xmlns:a14="http://schemas.microsoft.com/office/drawing/2010/main">
                  <a14:imgLayer r:embed="rId12">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5125512" y="6963573"/>
            <a:ext cx="508201" cy="626446"/>
          </a:xfrm>
          <a:prstGeom prst="rect">
            <a:avLst/>
          </a:prstGeom>
          <a:noFill/>
        </p:spPr>
      </p:pic>
      <p:cxnSp>
        <p:nvCxnSpPr>
          <p:cNvPr id="1108" name="Connector: Curved 1107">
            <a:extLst>
              <a:ext uri="{FF2B5EF4-FFF2-40B4-BE49-F238E27FC236}">
                <a16:creationId xmlns:a16="http://schemas.microsoft.com/office/drawing/2014/main" id="{6F907575-D536-4883-44CF-5D192DFC59B1}"/>
              </a:ext>
            </a:extLst>
          </p:cNvPr>
          <p:cNvCxnSpPr>
            <a:cxnSpLocks/>
            <a:endCxn id="1105" idx="0"/>
          </p:cNvCxnSpPr>
          <p:nvPr/>
        </p:nvCxnSpPr>
        <p:spPr>
          <a:xfrm>
            <a:off x="6002064" y="6645391"/>
            <a:ext cx="622451" cy="318182"/>
          </a:xfrm>
          <a:prstGeom prst="curvedConnector2">
            <a:avLst/>
          </a:prstGeom>
          <a:ln w="25400" cap="rnd">
            <a:prstDash val="sysDash"/>
            <a:round/>
            <a:headEnd type="none"/>
            <a:tailEnd type="arrow"/>
          </a:ln>
        </p:spPr>
        <p:style>
          <a:lnRef idx="2">
            <a:schemeClr val="accent1"/>
          </a:lnRef>
          <a:fillRef idx="0">
            <a:schemeClr val="accent1"/>
          </a:fillRef>
          <a:effectRef idx="1">
            <a:schemeClr val="accent1"/>
          </a:effectRef>
          <a:fontRef idx="minor">
            <a:schemeClr val="tx1"/>
          </a:fontRef>
        </p:style>
      </p:cxnSp>
      <p:cxnSp>
        <p:nvCxnSpPr>
          <p:cNvPr id="1109" name="Connector: Curved 1108">
            <a:extLst>
              <a:ext uri="{FF2B5EF4-FFF2-40B4-BE49-F238E27FC236}">
                <a16:creationId xmlns:a16="http://schemas.microsoft.com/office/drawing/2014/main" id="{D2EC0C43-94DF-C97D-1352-8CF559BEC5C0}"/>
              </a:ext>
            </a:extLst>
          </p:cNvPr>
          <p:cNvCxnSpPr>
            <a:cxnSpLocks/>
            <a:endCxn id="1107" idx="0"/>
          </p:cNvCxnSpPr>
          <p:nvPr/>
        </p:nvCxnSpPr>
        <p:spPr>
          <a:xfrm rot="10800000" flipV="1">
            <a:off x="5379613" y="6645391"/>
            <a:ext cx="606518" cy="318182"/>
          </a:xfrm>
          <a:prstGeom prst="curvedConnector2">
            <a:avLst/>
          </a:prstGeom>
          <a:ln w="25400" cap="rnd">
            <a:prstDash val="sysDash"/>
            <a:round/>
            <a:headEnd type="none"/>
            <a:tailEnd type="arrow"/>
          </a:ln>
        </p:spPr>
        <p:style>
          <a:lnRef idx="2">
            <a:schemeClr val="accent1"/>
          </a:lnRef>
          <a:fillRef idx="0">
            <a:schemeClr val="accent1"/>
          </a:fillRef>
          <a:effectRef idx="1">
            <a:schemeClr val="accent1"/>
          </a:effectRef>
          <a:fontRef idx="minor">
            <a:schemeClr val="tx1"/>
          </a:fontRef>
        </p:style>
      </p:cxnSp>
      <p:cxnSp>
        <p:nvCxnSpPr>
          <p:cNvPr id="1110" name="Connector: Curved 1109">
            <a:extLst>
              <a:ext uri="{FF2B5EF4-FFF2-40B4-BE49-F238E27FC236}">
                <a16:creationId xmlns:a16="http://schemas.microsoft.com/office/drawing/2014/main" id="{0D9963F4-784D-5F47-5B8B-99E63267F17E}"/>
              </a:ext>
            </a:extLst>
          </p:cNvPr>
          <p:cNvCxnSpPr>
            <a:cxnSpLocks/>
            <a:endCxn id="1106" idx="0"/>
          </p:cNvCxnSpPr>
          <p:nvPr/>
        </p:nvCxnSpPr>
        <p:spPr>
          <a:xfrm rot="16200000" flipH="1">
            <a:off x="5768259" y="6729767"/>
            <a:ext cx="451677" cy="15933"/>
          </a:xfrm>
          <a:prstGeom prst="curvedConnector3">
            <a:avLst>
              <a:gd name="adj1" fmla="val 50000"/>
            </a:avLst>
          </a:prstGeom>
          <a:ln w="25400" cap="rnd">
            <a:prstDash val="sysDash"/>
            <a:round/>
            <a:headEnd type="none"/>
            <a:tailEnd type="arrow"/>
          </a:ln>
        </p:spPr>
        <p:style>
          <a:lnRef idx="2">
            <a:schemeClr val="accent1"/>
          </a:lnRef>
          <a:fillRef idx="0">
            <a:schemeClr val="accent1"/>
          </a:fillRef>
          <a:effectRef idx="1">
            <a:schemeClr val="accent1"/>
          </a:effectRef>
          <a:fontRef idx="minor">
            <a:schemeClr val="tx1"/>
          </a:fontRef>
        </p:style>
      </p:cxnSp>
      <p:cxnSp>
        <p:nvCxnSpPr>
          <p:cNvPr id="1114" name="Straight Arrow Connector 1113">
            <a:extLst>
              <a:ext uri="{FF2B5EF4-FFF2-40B4-BE49-F238E27FC236}">
                <a16:creationId xmlns:a16="http://schemas.microsoft.com/office/drawing/2014/main" id="{0B4F9350-CCE2-07EE-F50E-DC8657FC9F71}"/>
              </a:ext>
            </a:extLst>
          </p:cNvPr>
          <p:cNvCxnSpPr>
            <a:cxnSpLocks/>
          </p:cNvCxnSpPr>
          <p:nvPr/>
        </p:nvCxnSpPr>
        <p:spPr>
          <a:xfrm flipV="1">
            <a:off x="5460857" y="4622371"/>
            <a:ext cx="0" cy="561954"/>
          </a:xfrm>
          <a:prstGeom prst="straightConnector1">
            <a:avLst/>
          </a:prstGeom>
          <a:ln w="57150" cap="rnd">
            <a:solidFill>
              <a:schemeClr val="tx2">
                <a:lumMod val="75000"/>
                <a:lumOff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117" name="Straight Arrow Connector 1116">
            <a:extLst>
              <a:ext uri="{FF2B5EF4-FFF2-40B4-BE49-F238E27FC236}">
                <a16:creationId xmlns:a16="http://schemas.microsoft.com/office/drawing/2014/main" id="{C94E8D45-AAF0-731B-33EE-02E2AF2BA693}"/>
              </a:ext>
            </a:extLst>
          </p:cNvPr>
          <p:cNvCxnSpPr>
            <a:cxnSpLocks/>
          </p:cNvCxnSpPr>
          <p:nvPr/>
        </p:nvCxnSpPr>
        <p:spPr>
          <a:xfrm flipH="1">
            <a:off x="5483389" y="5160642"/>
            <a:ext cx="502742" cy="0"/>
          </a:xfrm>
          <a:prstGeom prst="straightConnector1">
            <a:avLst/>
          </a:prstGeom>
          <a:ln w="57150" cap="rnd">
            <a:solidFill>
              <a:schemeClr val="tx2">
                <a:lumMod val="75000"/>
                <a:lumOff val="25000"/>
              </a:schemeClr>
            </a:solidFill>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123" name="TextBox 1122">
            <a:extLst>
              <a:ext uri="{FF2B5EF4-FFF2-40B4-BE49-F238E27FC236}">
                <a16:creationId xmlns:a16="http://schemas.microsoft.com/office/drawing/2014/main" id="{F5122B6D-3FBA-27B1-BB83-C587FC890D5B}"/>
              </a:ext>
            </a:extLst>
          </p:cNvPr>
          <p:cNvSpPr txBox="1"/>
          <p:nvPr/>
        </p:nvSpPr>
        <p:spPr>
          <a:xfrm>
            <a:off x="8235389" y="7609191"/>
            <a:ext cx="1989195" cy="400110"/>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Solar Charging</a:t>
            </a:r>
          </a:p>
        </p:txBody>
      </p:sp>
      <p:sp>
        <p:nvSpPr>
          <p:cNvPr id="1124" name="TextBox 1123">
            <a:extLst>
              <a:ext uri="{FF2B5EF4-FFF2-40B4-BE49-F238E27FC236}">
                <a16:creationId xmlns:a16="http://schemas.microsoft.com/office/drawing/2014/main" id="{2BD9FD22-339C-A029-EC7E-64B28B85DECC}"/>
              </a:ext>
            </a:extLst>
          </p:cNvPr>
          <p:cNvSpPr txBox="1"/>
          <p:nvPr/>
        </p:nvSpPr>
        <p:spPr>
          <a:xfrm>
            <a:off x="10348686" y="8168779"/>
            <a:ext cx="3460832" cy="400110"/>
          </a:xfrm>
          <a:prstGeom prst="rect">
            <a:avLst/>
          </a:prstGeom>
          <a:noFill/>
        </p:spPr>
        <p:txBody>
          <a:bodyPr wrap="square" rtlCol="0" anchor="ctr">
            <a:spAutoFit/>
          </a:bodyPr>
          <a:lstStyle/>
          <a:p>
            <a:r>
              <a:rPr lang="en-GB" sz="2000" dirty="0">
                <a:solidFill>
                  <a:schemeClr val="bg2">
                    <a:lumMod val="25000"/>
                  </a:schemeClr>
                </a:solidFill>
                <a:latin typeface="Segoe UI" panose="020B0502040204020203" pitchFamily="34" charset="0"/>
                <a:cs typeface="Segoe UI" panose="020B0502040204020203" pitchFamily="34" charset="0"/>
              </a:rPr>
              <a:t>Power Chaining …</a:t>
            </a:r>
          </a:p>
        </p:txBody>
      </p:sp>
    </p:spTree>
    <p:extLst>
      <p:ext uri="{BB962C8B-B14F-4D97-AF65-F5344CB8AC3E}">
        <p14:creationId xmlns:p14="http://schemas.microsoft.com/office/powerpoint/2010/main" val="7094302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1402</TotalTime>
  <Words>563</Words>
  <Application>Microsoft Office PowerPoint</Application>
  <PresentationFormat>Custom</PresentationFormat>
  <Paragraphs>59</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Aptos</vt:lpstr>
      <vt:lpstr>Aptos Display</vt:lpstr>
      <vt:lpstr>Arial</vt:lpstr>
      <vt:lpstr>Segoe UI</vt:lpstr>
      <vt:lpstr>Office Theme</vt:lpstr>
      <vt:lpstr>Regulated Irrigation System (RIS)</vt:lpstr>
      <vt:lpstr>Regulated Irrigation System (RIS)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Samuel Dixon</dc:creator>
  <cp:lastModifiedBy>Samuel Dixon</cp:lastModifiedBy>
  <cp:revision>487</cp:revision>
  <cp:lastPrinted>2025-12-10T21:47:23Z</cp:lastPrinted>
  <dcterms:created xsi:type="dcterms:W3CDTF">2025-11-23T10:04:14Z</dcterms:created>
  <dcterms:modified xsi:type="dcterms:W3CDTF">2026-03-12T19:44:49Z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e7559e1-065f-48bd-9ddf-4bc014495b9d_Enabled">
    <vt:lpwstr>true</vt:lpwstr>
  </property>
  <property fmtid="{D5CDD505-2E9C-101B-9397-08002B2CF9AE}" pid="3" name="MSIP_Label_ce7559e1-065f-48bd-9ddf-4bc014495b9d_SetDate">
    <vt:lpwstr>2025-11-23T10:22:23Z</vt:lpwstr>
  </property>
  <property fmtid="{D5CDD505-2E9C-101B-9397-08002B2CF9AE}" pid="4" name="MSIP_Label_ce7559e1-065f-48bd-9ddf-4bc014495b9d_Method">
    <vt:lpwstr>Standard</vt:lpwstr>
  </property>
  <property fmtid="{D5CDD505-2E9C-101B-9397-08002B2CF9AE}" pid="5" name="MSIP_Label_ce7559e1-065f-48bd-9ddf-4bc014495b9d_Name">
    <vt:lpwstr>defa4170-0d19-0005-0004-bc88714345d2</vt:lpwstr>
  </property>
  <property fmtid="{D5CDD505-2E9C-101B-9397-08002B2CF9AE}" pid="6" name="MSIP_Label_ce7559e1-065f-48bd-9ddf-4bc014495b9d_SiteId">
    <vt:lpwstr>854b4310-0dbf-4241-ae41-4df0a4f8db92</vt:lpwstr>
  </property>
  <property fmtid="{D5CDD505-2E9C-101B-9397-08002B2CF9AE}" pid="7" name="MSIP_Label_ce7559e1-065f-48bd-9ddf-4bc014495b9d_ActionId">
    <vt:lpwstr>fb825982-6a52-463c-84e2-c32f73db81d3</vt:lpwstr>
  </property>
  <property fmtid="{D5CDD505-2E9C-101B-9397-08002B2CF9AE}" pid="8" name="MSIP_Label_ce7559e1-065f-48bd-9ddf-4bc014495b9d_ContentBits">
    <vt:lpwstr>0</vt:lpwstr>
  </property>
  <property fmtid="{D5CDD505-2E9C-101B-9397-08002B2CF9AE}" pid="9" name="MSIP_Label_ce7559e1-065f-48bd-9ddf-4bc014495b9d_Tag">
    <vt:lpwstr>10, 3, 0, 1</vt:lpwstr>
  </property>
</Properties>
</file>